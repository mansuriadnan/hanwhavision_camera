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Aug’25 – 31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Aug’25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Resolved issues related to capacity utilization and widget loading.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Continued widget testing and documented identified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Detected continuous job calls and initiated R&amp;D on data caching solutions.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Performed testing on widget CSV export functionality.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Suggested improvements for background job handling.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Updated logic to address widget loader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Released the client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Reviewed camera documentation for video streaming.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Conducted R&amp;D on issues faced with PDF export feature.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Tested site and zone reports and identified related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Worked on application installation issues on the client machine.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Tested the voice command library and validated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BC424-FFB4-00B7-3875-2C5D8D56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F342E5-75D3-F311-F943-3D2A13C836E6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26EC8-52AB-FCAD-F87F-90B93392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32C6B-DB40-64F6-9347-351B931F5A14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29D7F6-1757-FA1B-7D1E-80C0A81F10DA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F128E-DA1E-BA75-43F3-D61F7AF1622D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C5D1CE-8862-4559-6C63-F35B27AD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40F77E9-4C12-CBCC-6DF9-B62FF2BA78DC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BC16E-8724-A3B5-A2BA-94CA9A7AF554}"/>
              </a:ext>
            </a:extLst>
          </p:cNvPr>
          <p:cNvSpPr txBox="1"/>
          <p:nvPr/>
        </p:nvSpPr>
        <p:spPr>
          <a:xfrm>
            <a:off x="448734" y="1158058"/>
            <a:ext cx="11407266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Implemented planner application and migrated tasks to the board.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Collaborated with Sandip on voice command Figma design updates.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Implemented new logic to hide the loader during widget auto-refresh.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Added lazy loading functionality in the application and updated multiple index files to resolve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Discussion with team members regarding 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420160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6104</TotalTime>
  <Words>401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15th Aug’25 – 31st Aug’25</vt:lpstr>
      <vt:lpstr>Meeting Participants</vt:lpstr>
      <vt:lpstr>Jayendra Makvana - Highlights of the work done in two weeks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536</cp:revision>
  <dcterms:created xsi:type="dcterms:W3CDTF">2023-01-02T08:33:04Z</dcterms:created>
  <dcterms:modified xsi:type="dcterms:W3CDTF">2025-09-24T09:36:07Z</dcterms:modified>
</cp:coreProperties>
</file>