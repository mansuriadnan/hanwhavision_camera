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85" r:id="rId4"/>
    <p:sldId id="286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Aug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 – </a:t>
            </a:r>
            <a:r>
              <a:rPr lang="en-IN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31st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Aug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 err="1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  <a:sym typeface="+mn-ea"/>
              </a:rPr>
              <a:t>Bhavika 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713" y="1018937"/>
            <a:ext cx="11407266" cy="45231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spc="-1" dirty="0">
                <a:solidFill>
                  <a:srgbClr val="000000"/>
                </a:solidFill>
                <a:latin typeface="Calibri" panose="020F0502020204030204"/>
              </a:rPr>
              <a:t>Check and 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change into the </a:t>
            </a:r>
            <a:r>
              <a:rPr lang="en-IN" altLang="en-US" sz="1600" spc="-1" dirty="0">
                <a:solidFill>
                  <a:srgbClr val="000000"/>
                </a:solidFill>
                <a:latin typeface="Calibri" panose="020F0502020204030204"/>
              </a:rPr>
              <a:t>most of the 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widget</a:t>
            </a:r>
            <a:r>
              <a:rPr lang="en-IN" altLang="en-US" sz="1600" spc="-1" dirty="0">
                <a:solidFill>
                  <a:srgbClr val="000000"/>
                </a:solidFill>
                <a:latin typeface="Calibri" panose="020F0502020204030204"/>
              </a:rPr>
              <a:t>.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Updated the Camera Online/Offline widget for CSV export, added the zone name, and retrieved devices allocated to floors and zones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Implemented the logic for the cumulative widget in the backend.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Modified the query for average vehicle counting.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Updated the stream video component to pass dynamic values.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Modified the Capacity Utilization for people and vehicles.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a new method to download hourly utilization data.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Updated the frontend code to download CSV files for Capacity Utilization (People) and Cumulative People.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Fixed the date-time parsing issue while downloading CSV reports.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Tested multiple CSV widget downloads using the advanced CSV report feature.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Made changes to the existing installer, created a new EXE file, and tested it on the client machine.</a:t>
            </a:r>
            <a:endParaRPr lang="en-IN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Checked the date parsing and data mismatch issues in the CSV file. 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I will improve communication and properly understand the client's requirements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</a:t>
            </a:r>
            <a:r>
              <a:rPr lang="en-IN" altLang="en-US" sz="1400" dirty="0"/>
              <a:t>second </a:t>
            </a:r>
            <a:r>
              <a:rPr lang="en-US" sz="1400" dirty="0"/>
              <a:t>weeks of </a:t>
            </a:r>
            <a:r>
              <a:rPr lang="en-IN" altLang="en-US" sz="1400" dirty="0"/>
              <a:t>Aug </a:t>
            </a:r>
            <a:r>
              <a:rPr lang="en-US" sz="1400" dirty="0"/>
              <a:t>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2137</Words>
  <Application>WPS Presentation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Roboto</vt:lpstr>
      <vt:lpstr>Times New Roman</vt:lpstr>
      <vt:lpstr>Roboto Medium</vt:lpstr>
      <vt:lpstr>Calibri</vt:lpstr>
      <vt:lpstr>Roboto</vt:lpstr>
      <vt:lpstr>DejaVu Sans</vt:lpstr>
      <vt:lpstr>Wingdings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16th July’25 – 31st July’25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adnan.mansuri</cp:lastModifiedBy>
  <cp:revision>612</cp:revision>
  <dcterms:created xsi:type="dcterms:W3CDTF">2023-01-02T08:33:00Z</dcterms:created>
  <dcterms:modified xsi:type="dcterms:W3CDTF">2025-09-24T09:38:02Z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1033-12.2.0.22549</vt:lpwstr>
  </property>
</Properties>
</file>