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_rels/slideMaster40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47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presProps.xml" ContentType="application/vnd.openxmlformats-officedocument.presentationml.presProps+xml"/>
  <Override PartName="/ppt/media/image1.wmf" ContentType="image/x-wmf"/>
  <Override PartName="/ppt/media/image2.wmf" ContentType="image/x-wmf"/>
  <Override PartName="/ppt/media/image3.png" ContentType="image/png"/>
  <Override PartName="/ppt/media/image4.wmf" ContentType="image/x-wmf"/>
  <Override PartName="/ppt/media/image5.wmf" ContentType="image/x-wmf"/>
  <Override PartName="/ppt/media/image6.wmf" ContentType="image/x-wmf"/>
  <Override PartName="/ppt/media/image7.wmf" ContentType="image/x-wmf"/>
  <Override PartName="/ppt/media/image8.wmf" ContentType="image/x-wmf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86" r:id="rId3"/>
    <p:sldMasterId id="2147483688" r:id="rId4"/>
    <p:sldMasterId id="2147483690" r:id="rId5"/>
    <p:sldMasterId id="2147483692" r:id="rId6"/>
    <p:sldMasterId id="2147483694" r:id="rId7"/>
    <p:sldMasterId id="2147483696" r:id="rId8"/>
    <p:sldMasterId id="2147483698" r:id="rId9"/>
    <p:sldMasterId id="2147483700" r:id="rId10"/>
    <p:sldMasterId id="2147483702" r:id="rId11"/>
    <p:sldMasterId id="2147483704" r:id="rId12"/>
    <p:sldMasterId id="2147483706" r:id="rId13"/>
    <p:sldMasterId id="2147483708" r:id="rId14"/>
    <p:sldMasterId id="2147483710" r:id="rId15"/>
    <p:sldMasterId id="2147483712" r:id="rId16"/>
    <p:sldMasterId id="2147483714" r:id="rId17"/>
    <p:sldMasterId id="2147483716" r:id="rId18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2.xml"/><Relationship Id="rId4" Type="http://schemas.openxmlformats.org/officeDocument/2006/relationships/slideMaster" Target="slideMasters/slideMaster33.xml"/><Relationship Id="rId5" Type="http://schemas.openxmlformats.org/officeDocument/2006/relationships/slideMaster" Target="slideMasters/slideMaster34.xml"/><Relationship Id="rId6" Type="http://schemas.openxmlformats.org/officeDocument/2006/relationships/slideMaster" Target="slideMasters/slideMaster35.xml"/><Relationship Id="rId7" Type="http://schemas.openxmlformats.org/officeDocument/2006/relationships/slideMaster" Target="slideMasters/slideMaster36.xml"/><Relationship Id="rId8" Type="http://schemas.openxmlformats.org/officeDocument/2006/relationships/slideMaster" Target="slideMasters/slideMaster37.xml"/><Relationship Id="rId9" Type="http://schemas.openxmlformats.org/officeDocument/2006/relationships/slideMaster" Target="slideMasters/slideMaster38.xml"/><Relationship Id="rId10" Type="http://schemas.openxmlformats.org/officeDocument/2006/relationships/slideMaster" Target="slideMasters/slideMaster39.xml"/><Relationship Id="rId11" Type="http://schemas.openxmlformats.org/officeDocument/2006/relationships/slideMaster" Target="slideMasters/slideMaster40.xml"/><Relationship Id="rId12" Type="http://schemas.openxmlformats.org/officeDocument/2006/relationships/slideMaster" Target="slideMasters/slideMaster41.xml"/><Relationship Id="rId13" Type="http://schemas.openxmlformats.org/officeDocument/2006/relationships/slideMaster" Target="slideMasters/slideMaster42.xml"/><Relationship Id="rId14" Type="http://schemas.openxmlformats.org/officeDocument/2006/relationships/slideMaster" Target="slideMasters/slideMaster43.xml"/><Relationship Id="rId15" Type="http://schemas.openxmlformats.org/officeDocument/2006/relationships/slideMaster" Target="slideMasters/slideMaster44.xml"/><Relationship Id="rId16" Type="http://schemas.openxmlformats.org/officeDocument/2006/relationships/slideMaster" Target="slideMasters/slideMaster45.xml"/><Relationship Id="rId17" Type="http://schemas.openxmlformats.org/officeDocument/2006/relationships/slideMaster" Target="slideMasters/slideMaster46.xml"/><Relationship Id="rId18" Type="http://schemas.openxmlformats.org/officeDocument/2006/relationships/slideMaster" Target="slideMasters/slideMaster47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8560896-76C5-497C-BA77-FF4CF124B4B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A015026-AB34-4524-BD27-63D2567111F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0BC8F06-5BAB-41DB-BC12-20B12B444CD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5F1A46B-35F6-48C8-963F-A01C58D9AF4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7B83E29-D62D-49B8-8494-CCD82CA3A05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E5D3F03-0475-4605-B615-9C5F31CEB81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FC81204-3D4E-4F94-812C-BF9E4437642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D875A45-FFB3-4EC2-BE78-9F85F698F82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354452A-A8FD-44FD-8B5B-CDA5144BD51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1C305DE-CF79-474E-A159-1CE6F51FF2B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07FA3C8-B49B-4305-A2B5-8914B49F8FB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B535534-63C6-419F-81B4-7E3D214295A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AF60618-B709-43F7-BCDD-AFFA9AF2A06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A6C5F6C-CB8C-40A7-A82B-FE8E6C8600B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10A78D3-AA02-4045-9E13-3055675A76D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F842530-595A-4358-B08D-8EF10E8A2A0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8489478-E8E5-42D6-8EC8-E1FCE1DE360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EADA51A-CF35-4DED-90FC-008C35B9BE3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078569B-46AC-4287-96F5-DF2E7AED801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59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AEE47D0-44EF-4373-8B7A-0E2EDDF385F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F4F276B-0FDF-4616-B46A-A4DF98FD430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65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FAEAA84-D22F-41BC-814B-54EE7BFA874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ftr" idx="67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68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EBF9940-DE52-43EB-9CFC-90D0BC085B5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dt" idx="69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ftr" idx="70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71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39B57A8-5F82-4460-8B9A-F0CBEFB26A0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dt" idx="72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ftr" idx="73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74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D3976E1-03FB-4329-8485-13CCCE4BA36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dt" idx="75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ftr" idx="76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77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11607AB-77AE-44C9-B1C5-1A6BDE038D8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dt" idx="78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ftr" idx="79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80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261B7AA-1FC4-4B97-BFE6-4E7231A459C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dt" idx="81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ftr" idx="82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83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C286591-5B19-4178-BF93-821D9285539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dt" idx="84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ftr" idx="85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86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5D09DF9-3394-490F-BD10-8B556503C09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dt" idx="87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ftr" idx="88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89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D619BA6-424E-4A18-825C-B3B82F2921A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dt" idx="90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ftr" idx="91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92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19F3052-C631-4EF5-AD9E-D6A61E77DEE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 type="dt" idx="93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48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248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 type="ftr" idx="94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PlaceHolder 5"/>
          <p:cNvSpPr>
            <a:spLocks noGrp="1"/>
          </p:cNvSpPr>
          <p:nvPr>
            <p:ph type="sldNum" idx="95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F37B483-03F6-48F3-9C47-5D95D415746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PlaceHolder 6"/>
          <p:cNvSpPr>
            <a:spLocks noGrp="1"/>
          </p:cNvSpPr>
          <p:nvPr>
            <p:ph type="dt" idx="96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ftr" idx="97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98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8866E08-67D5-4666-84CE-94EC3C50883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dt" idx="99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ftr" idx="100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sldNum" idx="101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495EC02-3D2A-4E07-8688-A1A88ADC1F7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dt" idx="102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ftr" idx="103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sldNum" idx="104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80E00DE-DCD2-4FA8-B5B8-AE1E5A72841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dt" idx="105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ftr" idx="106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sldNum" idx="107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1FA4DF5-D3AF-4176-9F83-CD634CDABAA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dt" idx="108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ftr" idx="109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sldNum" idx="110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442226A-3226-4651-8089-0FDE64656F7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dt" idx="111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3"/>
          </p:nvPr>
        </p:nvSpPr>
        <p:spPr/>
        <p:txBody>
          <a:bodyPr/>
          <a:p>
            <a:fld id="{58FDA1A2-283D-465B-8E56-2E97E3753C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1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56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6231240" y="1604520"/>
            <a:ext cx="535356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6"/>
          </p:nvPr>
        </p:nvSpPr>
        <p:spPr/>
        <p:txBody>
          <a:bodyPr/>
          <a:p>
            <a:fld id="{5A7764EC-07FF-4BF6-90CE-C4176B37A64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1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9"/>
          </p:nvPr>
        </p:nvSpPr>
        <p:spPr/>
        <p:txBody>
          <a:bodyPr/>
          <a:p>
            <a:fld id="{393A6E24-D884-496A-8FCB-5E929663F0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2"/>
          </p:nvPr>
        </p:nvSpPr>
        <p:spPr/>
        <p:txBody>
          <a:bodyPr/>
          <a:p>
            <a:fld id="{360409B6-1B05-4911-ABCF-8A05A09296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2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5"/>
          </p:nvPr>
        </p:nvSpPr>
        <p:spPr/>
        <p:txBody>
          <a:bodyPr/>
          <a:p>
            <a:fld id="{27106AA2-2014-4A60-AD71-2535DF4887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6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8"/>
          </p:nvPr>
        </p:nvSpPr>
        <p:spPr/>
        <p:txBody>
          <a:bodyPr/>
          <a:p>
            <a:fld id="{0D1DFEDE-D7B5-4116-8104-CCC66744F1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9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1"/>
          </p:nvPr>
        </p:nvSpPr>
        <p:spPr/>
        <p:txBody>
          <a:bodyPr/>
          <a:p>
            <a:fld id="{9336A323-350C-4457-8ADA-B294C5F379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4"/>
          </p:nvPr>
        </p:nvSpPr>
        <p:spPr/>
        <p:txBody>
          <a:bodyPr/>
          <a:p>
            <a:fld id="{4062A50F-A573-4456-B1DD-B4AAF3DEC4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37"/>
          </p:nvPr>
        </p:nvSpPr>
        <p:spPr/>
        <p:txBody>
          <a:bodyPr/>
          <a:p>
            <a:fld id="{4C83C59B-A888-497D-BDD6-700B707008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8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0"/>
          </p:nvPr>
        </p:nvSpPr>
        <p:spPr/>
        <p:txBody>
          <a:bodyPr/>
          <a:p>
            <a:fld id="{EAFDFE58-E919-45C9-891F-A2DE822C84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4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56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6231240" y="1604520"/>
            <a:ext cx="535356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3"/>
          </p:nvPr>
        </p:nvSpPr>
        <p:spPr/>
        <p:txBody>
          <a:bodyPr/>
          <a:p>
            <a:fld id="{03B6C1B2-9FBB-418D-890A-BFFF9001D79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4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6"/>
          </p:nvPr>
        </p:nvSpPr>
        <p:spPr/>
        <p:txBody>
          <a:bodyPr/>
          <a:p>
            <a:fld id="{C55AFB38-9EFB-49EA-8F0F-18E774D4B8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4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9"/>
          </p:nvPr>
        </p:nvSpPr>
        <p:spPr/>
        <p:txBody>
          <a:bodyPr/>
          <a:p>
            <a:fld id="{CC69F85D-A50D-468C-83F1-86C11456196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2"/>
          </p:nvPr>
        </p:nvSpPr>
        <p:spPr/>
        <p:txBody>
          <a:bodyPr/>
          <a:p>
            <a:fld id="{0B86CB53-DE03-4B49-A00F-BF4AB20820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5"/>
          </p:nvPr>
        </p:nvSpPr>
        <p:spPr/>
        <p:txBody>
          <a:bodyPr/>
          <a:p>
            <a:fld id="{AEDBB30E-3D4C-4A37-A58C-63416D39CB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6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8"/>
          </p:nvPr>
        </p:nvSpPr>
        <p:spPr/>
        <p:txBody>
          <a:bodyPr/>
          <a:p>
            <a:fld id="{858D6022-2F1A-472F-BAF4-F5DB1DA9C46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9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8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9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0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1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42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43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44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45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46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47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48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49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50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51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52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5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1523880" y="2177640"/>
            <a:ext cx="9141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ftr" idx="112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113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8FC4FB1-559B-42D2-AD94-FD8FC173886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dt" idx="114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523880" y="2177640"/>
            <a:ext cx="9141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body"/>
          </p:nvPr>
        </p:nvSpPr>
        <p:spPr>
          <a:xfrm>
            <a:off x="6231600" y="1604520"/>
            <a:ext cx="535356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 type="ftr" idx="115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PlaceHolder 5"/>
          <p:cNvSpPr>
            <a:spLocks noGrp="1"/>
          </p:cNvSpPr>
          <p:nvPr>
            <p:ph type="sldNum" idx="116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FCB3A62-D31E-4555-99BE-B4736162F3B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PlaceHolder 6"/>
          <p:cNvSpPr>
            <a:spLocks noGrp="1"/>
          </p:cNvSpPr>
          <p:nvPr>
            <p:ph type="dt" idx="117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ftr" idx="118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sldNum" idx="119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2412B99-D88C-4A31-B134-2F0EA674B39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dt" idx="120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ftr" idx="121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sldNum" idx="122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7C88CDD-CBA7-4739-B6D8-5899D230790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dt" idx="123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1523880" y="2177640"/>
            <a:ext cx="9141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ftr" idx="124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 type="sldNum" idx="125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92CCF09-7772-4660-B500-1C2737C8E40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PlaceHolder 5"/>
          <p:cNvSpPr>
            <a:spLocks noGrp="1"/>
          </p:cNvSpPr>
          <p:nvPr>
            <p:ph type="dt" idx="126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ftr" idx="127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sldNum" idx="128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FE449B7-619B-4ECD-B330-4E85186F80F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dt" idx="129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ftr" idx="130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sldNum" idx="131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A3CB16A-BD51-4671-AF8E-43E8A35B3E8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dt" idx="132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ftr" idx="133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sldNum" idx="134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3653A55-EE83-4218-A156-0514CB8E559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dt" idx="135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1523880" y="2177640"/>
            <a:ext cx="9141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ftr" idx="136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 type="sldNum" idx="137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94CBBE3-B98D-463D-B66D-ADD3C45472C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PlaceHolder 5"/>
          <p:cNvSpPr>
            <a:spLocks noGrp="1"/>
          </p:cNvSpPr>
          <p:nvPr>
            <p:ph type="dt" idx="138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ftr" idx="139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sldNum" idx="140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909BC0B-FC48-45F6-A144-BB2B61AA9A5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dt" idx="141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523880" y="2177640"/>
            <a:ext cx="9141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6231600" y="1604520"/>
            <a:ext cx="535356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 type="ftr" idx="142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PlaceHolder 5"/>
          <p:cNvSpPr>
            <a:spLocks noGrp="1"/>
          </p:cNvSpPr>
          <p:nvPr>
            <p:ph type="sldNum" idx="143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3B86D40-2283-45E9-9C55-7DD6E4DDE00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PlaceHolder 6"/>
          <p:cNvSpPr>
            <a:spLocks noGrp="1"/>
          </p:cNvSpPr>
          <p:nvPr>
            <p:ph type="dt" idx="144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ftr" idx="145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sldNum" idx="146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638C6DF-1D81-493B-9048-3CC312EA6B4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dt" idx="147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1523880" y="2177640"/>
            <a:ext cx="9141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ftr" idx="148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149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CD48081-9919-46DD-B780-E16D163EF1D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PlaceHolder 4"/>
          <p:cNvSpPr>
            <a:spLocks noGrp="1"/>
          </p:cNvSpPr>
          <p:nvPr>
            <p:ph type="dt" idx="150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ftr" idx="151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sldNum" idx="152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1F3C527-D371-4A02-A2B8-B6ABC6EBC59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dt" idx="153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ftr" idx="154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sldNum" idx="155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953EE4C-E0D6-4E0B-8477-540BA2040AB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dt" idx="156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ftr" idx="157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sldNum" idx="158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087ED5E-3D41-4D88-9EB2-B4432BA1966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dt" idx="159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image" Target="../media/image3.png"/><Relationship Id="rId4" Type="http://schemas.openxmlformats.org/officeDocument/2006/relationships/image" Target="../media/image4.wmf"/><Relationship Id="rId5" Type="http://schemas.openxmlformats.org/officeDocument/2006/relationships/hyperlink" Target="http://www.spec-india.com/" TargetMode="External"/><Relationship Id="rId6" Type="http://schemas.openxmlformats.org/officeDocument/2006/relationships/image" Target="../media/image5.wmf"/><Relationship Id="rId7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4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4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4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4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4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4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hyperlink" Target="http://www.spec-india.com/" TargetMode="External"/><Relationship Id="rId4" Type="http://schemas.openxmlformats.org/officeDocument/2006/relationships/hyperlink" Target="http://www.spec-india.com/" TargetMode="External"/><Relationship Id="rId5" Type="http://schemas.openxmlformats.org/officeDocument/2006/relationships/hyperlink" Target="mailto:lead@spec-india.com" TargetMode="External"/><Relationship Id="rId6" Type="http://schemas.openxmlformats.org/officeDocument/2006/relationships/hyperlink" Target="mailto:lead@spec-india.com" TargetMode="External"/><Relationship Id="rId7" Type="http://schemas.openxmlformats.org/officeDocument/2006/relationships/hyperlink" Target="mailto:lead@spec-india.com" TargetMode="External"/><Relationship Id="rId8" Type="http://schemas.openxmlformats.org/officeDocument/2006/relationships/image" Target="../media/image6.wmf"/><Relationship Id="rId9" Type="http://schemas.openxmlformats.org/officeDocument/2006/relationships/image" Target="../media/image7.wmf"/><Relationship Id="rId10" Type="http://schemas.openxmlformats.org/officeDocument/2006/relationships/image" Target="../media/image8.wmf"/><Relationship Id="rId11" Type="http://schemas.openxmlformats.org/officeDocument/2006/relationships/hyperlink" Target="mailto:lead@spec-usa.net" TargetMode="External"/><Relationship Id="rId12" Type="http://schemas.openxmlformats.org/officeDocument/2006/relationships/image" Target="../media/image6.wmf"/><Relationship Id="rId13" Type="http://schemas.openxmlformats.org/officeDocument/2006/relationships/image" Target="../media/image7.wmf"/><Relationship Id="rId14" Type="http://schemas.openxmlformats.org/officeDocument/2006/relationships/image" Target="../media/image8.wmf"/><Relationship Id="rId15" Type="http://schemas.openxmlformats.org/officeDocument/2006/relationships/hyperlink" Target="https://clutch.co/profile/spec-india" TargetMode="External"/><Relationship Id="rId16" Type="http://schemas.openxmlformats.org/officeDocument/2006/relationships/image" Target="../media/image9.png"/><Relationship Id="rId17" Type="http://schemas.openxmlformats.org/officeDocument/2006/relationships/hyperlink" Target="https://www.goodfirms.co/company/spec-india" TargetMode="External"/><Relationship Id="rId18" Type="http://schemas.openxmlformats.org/officeDocument/2006/relationships/image" Target="../media/image10.png"/><Relationship Id="rId19" Type="http://schemas.openxmlformats.org/officeDocument/2006/relationships/hyperlink" Target="https://g.page/r/CRApINeFYBWKEAE" TargetMode="External"/><Relationship Id="rId20" Type="http://schemas.openxmlformats.org/officeDocument/2006/relationships/image" Target="../media/image11.png"/><Relationship Id="rId21" Type="http://schemas.openxmlformats.org/officeDocument/2006/relationships/hyperlink" Target="https://www.ambitionbox.com/reviews/spec-india-reviews" TargetMode="External"/><Relationship Id="rId22" Type="http://schemas.openxmlformats.org/officeDocument/2006/relationships/image" Target="../media/image12.png"/><Relationship Id="rId23" Type="http://schemas.openxmlformats.org/officeDocument/2006/relationships/hyperlink" Target="https://www.glassdoor.co.in/Reviews/SPEC-INDIA-Reviews-E688018.htm" TargetMode="External"/><Relationship Id="rId24" Type="http://schemas.openxmlformats.org/officeDocument/2006/relationships/image" Target="../media/image13.png"/><Relationship Id="rId25" Type="http://schemas.openxmlformats.org/officeDocument/2006/relationships/hyperlink" Target="https://www.behance.net/specindia" TargetMode="External"/><Relationship Id="rId26" Type="http://schemas.openxmlformats.org/officeDocument/2006/relationships/image" Target="../media/image14.png"/><Relationship Id="rId27" Type="http://schemas.openxmlformats.org/officeDocument/2006/relationships/hyperlink" Target="https://dribbble.com/specindia" TargetMode="External"/><Relationship Id="rId28" Type="http://schemas.openxmlformats.org/officeDocument/2006/relationships/image" Target="../media/image15.png"/><Relationship Id="rId29" Type="http://schemas.openxmlformats.org/officeDocument/2006/relationships/hyperlink" Target="https://www.facebook.com/SPECINDIA.IT" TargetMode="External"/><Relationship Id="rId30" Type="http://schemas.openxmlformats.org/officeDocument/2006/relationships/image" Target="../media/image16.png"/><Relationship Id="rId31" Type="http://schemas.openxmlformats.org/officeDocument/2006/relationships/hyperlink" Target="https://www.linkedin.com/company/spec-india/mycompany/" TargetMode="External"/><Relationship Id="rId32" Type="http://schemas.openxmlformats.org/officeDocument/2006/relationships/image" Target="../media/image17.png"/><Relationship Id="rId33" Type="http://schemas.openxmlformats.org/officeDocument/2006/relationships/hyperlink" Target="https://twitter.com/infospec_india" TargetMode="External"/><Relationship Id="rId34" Type="http://schemas.openxmlformats.org/officeDocument/2006/relationships/image" Target="../media/image18.png"/><Relationship Id="rId35" Type="http://schemas.openxmlformats.org/officeDocument/2006/relationships/image" Target="../media/image19.png"/><Relationship Id="rId36" Type="http://schemas.openxmlformats.org/officeDocument/2006/relationships/image" Target="../media/image20.png"/><Relationship Id="rId37" Type="http://schemas.openxmlformats.org/officeDocument/2006/relationships/image" Target="../media/image20.png"/><Relationship Id="rId38" Type="http://schemas.openxmlformats.org/officeDocument/2006/relationships/image" Target="../media/image19.png"/><Relationship Id="rId39" Type="http://schemas.openxmlformats.org/officeDocument/2006/relationships/image" Target="../media/image20.png"/><Relationship Id="rId40" Type="http://schemas.openxmlformats.org/officeDocument/2006/relationships/hyperlink" Target="https://www.instagram.com/spec_india" TargetMode="External"/><Relationship Id="rId41" Type="http://schemas.openxmlformats.org/officeDocument/2006/relationships/image" Target="../media/image21.png"/><Relationship Id="rId4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Picture 19" descr=""/>
          <p:cNvPicPr/>
          <p:nvPr/>
        </p:nvPicPr>
        <p:blipFill>
          <a:blip r:embed="rId1"/>
          <a:stretch/>
        </p:blipFill>
        <p:spPr>
          <a:xfrm>
            <a:off x="-18360" y="0"/>
            <a:ext cx="6677640" cy="622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2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89600" cy="177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3" name="Picture 7" descr=""/>
          <p:cNvPicPr/>
          <p:nvPr/>
        </p:nvPicPr>
        <p:blipFill>
          <a:blip r:embed="rId3"/>
          <a:stretch/>
        </p:blipFill>
        <p:spPr>
          <a:xfrm>
            <a:off x="0" y="2031840"/>
            <a:ext cx="12189600" cy="48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313920" y="1536480"/>
            <a:ext cx="5221080" cy="120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br>
              <a:rPr sz="3000"/>
            </a:br>
            <a:br>
              <a:rPr sz="3000"/>
            </a:br>
            <a:r>
              <a:rPr b="1" lang="en-US" sz="3000" spc="11" strike="noStrike" u="none">
                <a:solidFill>
                  <a:srgbClr val="5983b0"/>
                </a:solidFill>
                <a:effectLst/>
                <a:uFillTx/>
                <a:latin typeface="Roboto"/>
                <a:ea typeface="Roboto"/>
              </a:rPr>
              <a:t>Hanwha Vision</a:t>
            </a:r>
            <a:br>
              <a:rPr sz="3000"/>
            </a:br>
            <a:r>
              <a:rPr b="1" lang="en-US" sz="3000" strike="noStrike" u="non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16th</a:t>
            </a:r>
            <a:r>
              <a:rPr b="1" lang="en-US" sz="3000" strike="noStrike" u="none" baseline="33000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b="1" lang="en-US" sz="3000" spc="1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Aug’25 – 31</a:t>
            </a:r>
            <a:r>
              <a:rPr b="1" lang="en-US" sz="3000" spc="11" strike="noStrike" u="none" baseline="330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th</a:t>
            </a:r>
            <a:r>
              <a:rPr b="1" lang="en-US" sz="3000" spc="1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 Aug’25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5" name="Straight Connector 6"/>
          <p:cNvCxnSpPr/>
          <p:nvPr/>
        </p:nvCxnSpPr>
        <p:spPr>
          <a:xfrm>
            <a:off x="364320" y="2859480"/>
            <a:ext cx="4955760" cy="252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pic>
        <p:nvPicPr>
          <p:cNvPr id="256" name="Picture 24" descr=""/>
          <p:cNvPicPr/>
          <p:nvPr/>
        </p:nvPicPr>
        <p:blipFill>
          <a:blip r:embed="rId4"/>
          <a:stretch/>
        </p:blipFill>
        <p:spPr>
          <a:xfrm>
            <a:off x="9562680" y="377280"/>
            <a:ext cx="2169360" cy="101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7" name="Picture 4" descr="">
            <a:hlinkClick r:id="rId5"/>
          </p:cNvPr>
          <p:cNvPicPr/>
          <p:nvPr/>
        </p:nvPicPr>
        <p:blipFill>
          <a:blip r:embed="rId6"/>
          <a:stretch/>
        </p:blipFill>
        <p:spPr>
          <a:xfrm>
            <a:off x="509400" y="382320"/>
            <a:ext cx="1775520" cy="53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Text Box 2"/>
          <p:cNvSpPr/>
          <p:nvPr/>
        </p:nvSpPr>
        <p:spPr>
          <a:xfrm>
            <a:off x="3522960" y="2935440"/>
            <a:ext cx="2310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11" strike="noStrike" u="none">
                <a:solidFill>
                  <a:srgbClr val="7030a0"/>
                </a:solidFill>
                <a:effectLst/>
                <a:uFillTx/>
                <a:latin typeface="Roboto"/>
                <a:ea typeface="Roboto"/>
              </a:rPr>
              <a:t>Bhavika Rafaliya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Rectangle 4"/>
          <p:cNvSpPr/>
          <p:nvPr/>
        </p:nvSpPr>
        <p:spPr>
          <a:xfrm>
            <a:off x="335880" y="380880"/>
            <a:ext cx="11517480" cy="6325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7476120" cy="33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Meeting Participants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1" name="Straight Connector 8"/>
          <p:cNvCxnSpPr/>
          <p:nvPr/>
        </p:nvCxnSpPr>
        <p:spPr>
          <a:xfrm>
            <a:off x="335880" y="6222960"/>
            <a:ext cx="11522520" cy="25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62" name="TextBox 12"/>
          <p:cNvSpPr/>
          <p:nvPr/>
        </p:nvSpPr>
        <p:spPr>
          <a:xfrm>
            <a:off x="326520" y="6380280"/>
            <a:ext cx="4060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Rectangle 7"/>
          <p:cNvSpPr/>
          <p:nvPr/>
        </p:nvSpPr>
        <p:spPr>
          <a:xfrm>
            <a:off x="335880" y="380880"/>
            <a:ext cx="110160" cy="6325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4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04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5" name="Subtitle 2"/>
          <p:cNvSpPr/>
          <p:nvPr/>
        </p:nvSpPr>
        <p:spPr>
          <a:xfrm>
            <a:off x="4835880" y="6443640"/>
            <a:ext cx="251748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3"/>
          <p:cNvSpPr/>
          <p:nvPr/>
        </p:nvSpPr>
        <p:spPr>
          <a:xfrm>
            <a:off x="448920" y="1262880"/>
            <a:ext cx="9155520" cy="29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Bhavika Rafaliya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Parth Jotangiya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Jayendra makwana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Hasti Tilva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Rashmi Patel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Hiten Parmar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Adnan Mansuri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Rectangle 4"/>
          <p:cNvSpPr/>
          <p:nvPr/>
        </p:nvSpPr>
        <p:spPr>
          <a:xfrm>
            <a:off x="335880" y="380880"/>
            <a:ext cx="11517480" cy="6325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11345400" cy="33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Highlights of the work in two weeks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9" name="Straight Connector 8"/>
          <p:cNvCxnSpPr/>
          <p:nvPr/>
        </p:nvCxnSpPr>
        <p:spPr>
          <a:xfrm>
            <a:off x="335880" y="6222960"/>
            <a:ext cx="11522520" cy="25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70" name="Rectangle 7"/>
          <p:cNvSpPr/>
          <p:nvPr/>
        </p:nvSpPr>
        <p:spPr>
          <a:xfrm>
            <a:off x="335880" y="380880"/>
            <a:ext cx="110160" cy="6325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71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04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Subtitle 2"/>
          <p:cNvSpPr/>
          <p:nvPr/>
        </p:nvSpPr>
        <p:spPr>
          <a:xfrm>
            <a:off x="4835880" y="6443640"/>
            <a:ext cx="251748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5"/>
          <p:cNvSpPr/>
          <p:nvPr/>
        </p:nvSpPr>
        <p:spPr>
          <a:xfrm>
            <a:off x="448920" y="811080"/>
            <a:ext cx="11404800" cy="54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Hanwha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Verified exported CSV, API responses, and chart data for widgets.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Fixing advance report issue.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Changes for utilization widget related to datetime.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Fixed the browser related issue for report scheduler.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Checking the report scheduler pdf formating. 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Optimized My Report loading time.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Working on VideoStreaming for heatmap.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Issue : Tooltip is not appearing in any widget/charts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My Reports PDF Design issue.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Worked on navigation issue.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Application routing stop working after some navigation.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Rectangle 4"/>
          <p:cNvSpPr/>
          <p:nvPr/>
        </p:nvSpPr>
        <p:spPr>
          <a:xfrm>
            <a:off x="335880" y="380880"/>
            <a:ext cx="11517480" cy="6325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7476120" cy="33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Roadblocks / issues if any 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6" name="Straight Connector 8"/>
          <p:cNvCxnSpPr/>
          <p:nvPr/>
        </p:nvCxnSpPr>
        <p:spPr>
          <a:xfrm>
            <a:off x="335880" y="6222960"/>
            <a:ext cx="11522520" cy="25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77" name="TextBox 12"/>
          <p:cNvSpPr/>
          <p:nvPr/>
        </p:nvSpPr>
        <p:spPr>
          <a:xfrm>
            <a:off x="326520" y="6380280"/>
            <a:ext cx="4060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Rectangle 7"/>
          <p:cNvSpPr/>
          <p:nvPr/>
        </p:nvSpPr>
        <p:spPr>
          <a:xfrm>
            <a:off x="335880" y="380880"/>
            <a:ext cx="110160" cy="6325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79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04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" name="Subtitle 2"/>
          <p:cNvSpPr/>
          <p:nvPr/>
        </p:nvSpPr>
        <p:spPr>
          <a:xfrm>
            <a:off x="4835880" y="6443640"/>
            <a:ext cx="251748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5"/>
          <p:cNvSpPr/>
          <p:nvPr/>
        </p:nvSpPr>
        <p:spPr>
          <a:xfrm>
            <a:off x="440640" y="1352520"/>
            <a:ext cx="114048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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N/A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Rectangle 4"/>
          <p:cNvSpPr/>
          <p:nvPr/>
        </p:nvSpPr>
        <p:spPr>
          <a:xfrm>
            <a:off x="335880" y="380880"/>
            <a:ext cx="11517480" cy="6325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507960" y="369360"/>
            <a:ext cx="7476120" cy="65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Improvement Points Identified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4" name="Straight Connector 8"/>
          <p:cNvCxnSpPr/>
          <p:nvPr/>
        </p:nvCxnSpPr>
        <p:spPr>
          <a:xfrm>
            <a:off x="335880" y="6222960"/>
            <a:ext cx="11522520" cy="25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85" name="TextBox 12"/>
          <p:cNvSpPr/>
          <p:nvPr/>
        </p:nvSpPr>
        <p:spPr>
          <a:xfrm>
            <a:off x="326520" y="6380280"/>
            <a:ext cx="4060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Rectangle 7"/>
          <p:cNvSpPr/>
          <p:nvPr/>
        </p:nvSpPr>
        <p:spPr>
          <a:xfrm>
            <a:off x="335880" y="380880"/>
            <a:ext cx="110160" cy="6325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87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04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8" name="Subtitle 2"/>
          <p:cNvSpPr/>
          <p:nvPr/>
        </p:nvSpPr>
        <p:spPr>
          <a:xfrm>
            <a:off x="4835880" y="6443640"/>
            <a:ext cx="251748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5"/>
          <p:cNvSpPr/>
          <p:nvPr/>
        </p:nvSpPr>
        <p:spPr>
          <a:xfrm>
            <a:off x="448560" y="1325160"/>
            <a:ext cx="11404800" cy="44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N/A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Rectangle 4"/>
          <p:cNvSpPr/>
          <p:nvPr/>
        </p:nvSpPr>
        <p:spPr>
          <a:xfrm>
            <a:off x="335880" y="380880"/>
            <a:ext cx="11517480" cy="6325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507960" y="369360"/>
            <a:ext cx="11345400" cy="65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Any New Problem Statement Seen / Identified * If any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2" name="Straight Connector 8"/>
          <p:cNvCxnSpPr/>
          <p:nvPr/>
        </p:nvCxnSpPr>
        <p:spPr>
          <a:xfrm>
            <a:off x="335880" y="6222960"/>
            <a:ext cx="11522520" cy="25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93" name="TextBox 12"/>
          <p:cNvSpPr/>
          <p:nvPr/>
        </p:nvSpPr>
        <p:spPr>
          <a:xfrm>
            <a:off x="326520" y="6380280"/>
            <a:ext cx="4060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Rectangle 7"/>
          <p:cNvSpPr/>
          <p:nvPr/>
        </p:nvSpPr>
        <p:spPr>
          <a:xfrm>
            <a:off x="335880" y="380880"/>
            <a:ext cx="110160" cy="6325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95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04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6" name="Subtitle 2"/>
          <p:cNvSpPr/>
          <p:nvPr/>
        </p:nvSpPr>
        <p:spPr>
          <a:xfrm>
            <a:off x="4835880" y="6443640"/>
            <a:ext cx="251748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3"/>
          <p:cNvSpPr/>
          <p:nvPr/>
        </p:nvSpPr>
        <p:spPr>
          <a:xfrm>
            <a:off x="448560" y="1325160"/>
            <a:ext cx="11404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N/A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Rectangle 4"/>
          <p:cNvSpPr/>
          <p:nvPr/>
        </p:nvSpPr>
        <p:spPr>
          <a:xfrm>
            <a:off x="335880" y="380880"/>
            <a:ext cx="11517480" cy="6325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11292120" cy="33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Achievements/Extra mile of the week * if any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0" name="Straight Connector 8"/>
          <p:cNvCxnSpPr/>
          <p:nvPr/>
        </p:nvCxnSpPr>
        <p:spPr>
          <a:xfrm>
            <a:off x="335880" y="6222960"/>
            <a:ext cx="11522520" cy="25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301" name="TextBox 12"/>
          <p:cNvSpPr/>
          <p:nvPr/>
        </p:nvSpPr>
        <p:spPr>
          <a:xfrm>
            <a:off x="326520" y="6380280"/>
            <a:ext cx="4060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Rectangle 7"/>
          <p:cNvSpPr/>
          <p:nvPr/>
        </p:nvSpPr>
        <p:spPr>
          <a:xfrm>
            <a:off x="335880" y="380880"/>
            <a:ext cx="110160" cy="6325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03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404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4" name="Subtitle 2"/>
          <p:cNvSpPr/>
          <p:nvPr/>
        </p:nvSpPr>
        <p:spPr>
          <a:xfrm>
            <a:off x="4835880" y="6443640"/>
            <a:ext cx="251748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3"/>
          <p:cNvSpPr/>
          <p:nvPr/>
        </p:nvSpPr>
        <p:spPr>
          <a:xfrm>
            <a:off x="448560" y="1225800"/>
            <a:ext cx="1140480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N/A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Picture 19" descr=""/>
          <p:cNvPicPr/>
          <p:nvPr/>
        </p:nvPicPr>
        <p:blipFill>
          <a:blip r:embed="rId1"/>
          <a:stretch/>
        </p:blipFill>
        <p:spPr>
          <a:xfrm>
            <a:off x="-18360" y="0"/>
            <a:ext cx="6677640" cy="622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7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89600" cy="177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457560" y="462960"/>
            <a:ext cx="5221080" cy="102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3000" spc="11" strike="noStrike" u="non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Thank You For </a:t>
            </a:r>
            <a:br>
              <a:rPr sz="3000"/>
            </a:br>
            <a:r>
              <a:rPr b="1" lang="en-US" sz="3000" spc="11" strike="noStrike" u="non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Your Time &amp; Attention!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 type="subTitle"/>
          </p:nvPr>
        </p:nvSpPr>
        <p:spPr>
          <a:xfrm>
            <a:off x="457560" y="1756080"/>
            <a:ext cx="5221080" cy="69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indent="0" defTabSz="914400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600" spc="1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0" name="Straight Connector 6"/>
          <p:cNvCxnSpPr/>
          <p:nvPr/>
        </p:nvCxnSpPr>
        <p:spPr>
          <a:xfrm>
            <a:off x="524880" y="1622160"/>
            <a:ext cx="4322880" cy="252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cxnSp>
        <p:nvCxnSpPr>
          <p:cNvPr id="311" name="Straight Connector 5"/>
          <p:cNvCxnSpPr/>
          <p:nvPr/>
        </p:nvCxnSpPr>
        <p:spPr>
          <a:xfrm>
            <a:off x="335880" y="6301080"/>
            <a:ext cx="11522520" cy="2520"/>
          </a:xfrm>
          <a:prstGeom prst="straightConnector1">
            <a:avLst/>
          </a:prstGeom>
          <a:ln w="12700">
            <a:solidFill>
              <a:srgbClr val="d9d9d9">
                <a:alpha val="70000"/>
              </a:srgbClr>
            </a:solidFill>
            <a:round/>
          </a:ln>
        </p:spPr>
      </p:cxnSp>
      <p:sp>
        <p:nvSpPr>
          <p:cNvPr id="312" name="TextBox 9"/>
          <p:cNvSpPr/>
          <p:nvPr/>
        </p:nvSpPr>
        <p:spPr>
          <a:xfrm>
            <a:off x="135720" y="6384600"/>
            <a:ext cx="38840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"/>
                <a:ea typeface="Roboto"/>
              </a:rPr>
              <a:t>© 2023 SPEC INDIA. All Rights Reserved.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ubtitle 2"/>
          <p:cNvSpPr/>
          <p:nvPr/>
        </p:nvSpPr>
        <p:spPr>
          <a:xfrm>
            <a:off x="457560" y="2609640"/>
            <a:ext cx="233856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400" spc="11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Visit us at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11" strike="noStrike" u="sng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r>
              <a:rPr b="0" lang="en-US" sz="1400" spc="11" strike="noStrike" u="sng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4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ubtitle 2"/>
          <p:cNvSpPr/>
          <p:nvPr/>
        </p:nvSpPr>
        <p:spPr>
          <a:xfrm>
            <a:off x="2798640" y="2609640"/>
            <a:ext cx="233856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400" spc="11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Write to us at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11" strike="noStrike" u="sng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5"/>
              </a:rPr>
              <a:t>lead@spec-india.com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ubtitle 2"/>
          <p:cNvSpPr/>
          <p:nvPr/>
        </p:nvSpPr>
        <p:spPr>
          <a:xfrm>
            <a:off x="7244280" y="796680"/>
            <a:ext cx="369756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600" spc="11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India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ubtitle 2"/>
          <p:cNvSpPr/>
          <p:nvPr/>
        </p:nvSpPr>
        <p:spPr>
          <a:xfrm>
            <a:off x="7581240" y="1292040"/>
            <a:ext cx="3697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6"/>
              </a:rPr>
              <a:t>lead@spec-india.com</a:t>
            </a:r>
            <a:r>
              <a:rPr b="0" lang="en-US" sz="1400" spc="11" strike="noStrike" u="sng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7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ubtitle 2"/>
          <p:cNvSpPr/>
          <p:nvPr/>
        </p:nvSpPr>
        <p:spPr>
          <a:xfrm>
            <a:off x="7581240" y="1687680"/>
            <a:ext cx="3697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+91-79-26404031 to 34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ubtitle 2"/>
          <p:cNvSpPr/>
          <p:nvPr/>
        </p:nvSpPr>
        <p:spPr>
          <a:xfrm>
            <a:off x="7581240" y="2083320"/>
            <a:ext cx="369756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SPEC House”, Parth Complex,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Near Swastik Cross Roads, Navarangpura, Ahmedabad 380009, INDIA.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9" name="Straight Connector 12"/>
          <p:cNvCxnSpPr/>
          <p:nvPr/>
        </p:nvCxnSpPr>
        <p:spPr>
          <a:xfrm>
            <a:off x="7326720" y="1179720"/>
            <a:ext cx="3070800" cy="252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320" name="Picture 16" descr=""/>
          <p:cNvPicPr/>
          <p:nvPr/>
        </p:nvPicPr>
        <p:blipFill>
          <a:blip r:embed="rId8"/>
          <a:stretch/>
        </p:blipFill>
        <p:spPr>
          <a:xfrm>
            <a:off x="7326720" y="1331640"/>
            <a:ext cx="226080" cy="22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1" name="Picture 17" descr=""/>
          <p:cNvPicPr/>
          <p:nvPr/>
        </p:nvPicPr>
        <p:blipFill>
          <a:blip r:embed="rId9"/>
          <a:stretch/>
        </p:blipFill>
        <p:spPr>
          <a:xfrm>
            <a:off x="7326720" y="1727280"/>
            <a:ext cx="226080" cy="22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2" name="Picture 18" descr=""/>
          <p:cNvPicPr/>
          <p:nvPr/>
        </p:nvPicPr>
        <p:blipFill>
          <a:blip r:embed="rId10"/>
          <a:stretch/>
        </p:blipFill>
        <p:spPr>
          <a:xfrm>
            <a:off x="7328520" y="2122920"/>
            <a:ext cx="226080" cy="22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3" name="Subtitle 2"/>
          <p:cNvSpPr/>
          <p:nvPr/>
        </p:nvSpPr>
        <p:spPr>
          <a:xfrm>
            <a:off x="7244280" y="2842200"/>
            <a:ext cx="369756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600" spc="11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USA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ubtitle 2"/>
          <p:cNvSpPr/>
          <p:nvPr/>
        </p:nvSpPr>
        <p:spPr>
          <a:xfrm>
            <a:off x="7581240" y="3337560"/>
            <a:ext cx="3697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11"/>
              </a:rPr>
              <a:t>lead@spec-usa.net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ubtitle 2"/>
          <p:cNvSpPr/>
          <p:nvPr/>
        </p:nvSpPr>
        <p:spPr>
          <a:xfrm>
            <a:off x="7581240" y="3733200"/>
            <a:ext cx="3697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+ 1 908-450-9862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ubtitle 2"/>
          <p:cNvSpPr/>
          <p:nvPr/>
        </p:nvSpPr>
        <p:spPr>
          <a:xfrm>
            <a:off x="7581240" y="4128480"/>
            <a:ext cx="36975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SPEC Partner”, 350 Grove Street, Bridgewater, NJ 08807, United States.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7" name="Straight Connector 24"/>
          <p:cNvCxnSpPr/>
          <p:nvPr/>
        </p:nvCxnSpPr>
        <p:spPr>
          <a:xfrm>
            <a:off x="7326720" y="3224880"/>
            <a:ext cx="3070800" cy="252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328" name="Picture 25" descr=""/>
          <p:cNvPicPr/>
          <p:nvPr/>
        </p:nvPicPr>
        <p:blipFill>
          <a:blip r:embed="rId12"/>
          <a:stretch/>
        </p:blipFill>
        <p:spPr>
          <a:xfrm>
            <a:off x="7326720" y="3377160"/>
            <a:ext cx="226080" cy="22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9" name="Picture 26" descr=""/>
          <p:cNvPicPr/>
          <p:nvPr/>
        </p:nvPicPr>
        <p:blipFill>
          <a:blip r:embed="rId13"/>
          <a:stretch/>
        </p:blipFill>
        <p:spPr>
          <a:xfrm>
            <a:off x="7326720" y="3772440"/>
            <a:ext cx="226080" cy="22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0" name="Picture 27" descr=""/>
          <p:cNvPicPr/>
          <p:nvPr/>
        </p:nvPicPr>
        <p:blipFill>
          <a:blip r:embed="rId14"/>
          <a:stretch/>
        </p:blipFill>
        <p:spPr>
          <a:xfrm>
            <a:off x="7328520" y="4168080"/>
            <a:ext cx="226080" cy="22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1" name="Picture 39" descr="Logo&#10;&#10;Description automatically generated">
            <a:hlinkClick r:id="rId15"/>
          </p:cNvPr>
          <p:cNvPicPr/>
          <p:nvPr/>
        </p:nvPicPr>
        <p:blipFill>
          <a:blip r:embed="rId16"/>
          <a:stretch/>
        </p:blipFill>
        <p:spPr>
          <a:xfrm>
            <a:off x="2600280" y="5526000"/>
            <a:ext cx="879480" cy="24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2" name="Picture 41" descr="A picture containing text, clipart&#10;&#10;Description automatically generated">
            <a:hlinkClick r:id="rId17"/>
          </p:cNvPr>
          <p:cNvPicPr/>
          <p:nvPr/>
        </p:nvPicPr>
        <p:blipFill>
          <a:blip r:embed="rId18"/>
          <a:stretch/>
        </p:blipFill>
        <p:spPr>
          <a:xfrm>
            <a:off x="3831120" y="5544000"/>
            <a:ext cx="1509480" cy="21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3" name="Picture 43" descr="A picture containing text, clipart&#10;&#10;Description automatically generated">
            <a:hlinkClick r:id="rId19"/>
          </p:cNvPr>
          <p:cNvPicPr/>
          <p:nvPr/>
        </p:nvPicPr>
        <p:blipFill>
          <a:blip r:embed="rId20"/>
          <a:stretch/>
        </p:blipFill>
        <p:spPr>
          <a:xfrm>
            <a:off x="5692320" y="5526000"/>
            <a:ext cx="763920" cy="24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4" name="Picture 45" descr="A picture containing text, clipart&#10;&#10;Description automatically generated">
            <a:hlinkClick r:id="rId21"/>
          </p:cNvPr>
          <p:cNvPicPr/>
          <p:nvPr/>
        </p:nvPicPr>
        <p:blipFill>
          <a:blip r:embed="rId22"/>
          <a:stretch/>
        </p:blipFill>
        <p:spPr>
          <a:xfrm>
            <a:off x="6807960" y="5526000"/>
            <a:ext cx="1280520" cy="24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5" name="Picture 47" descr="A picture containing text, transport, clipart, wheel&#10;&#10;Description automatically generated">
            <a:hlinkClick r:id="rId23"/>
          </p:cNvPr>
          <p:cNvPicPr/>
          <p:nvPr/>
        </p:nvPicPr>
        <p:blipFill>
          <a:blip r:embed="rId24"/>
          <a:stretch/>
        </p:blipFill>
        <p:spPr>
          <a:xfrm>
            <a:off x="8439840" y="5544000"/>
            <a:ext cx="1149480" cy="21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6" name="Picture 13" descr="Shape&#10;&#10;Description automatically generated">
            <a:hlinkClick r:id="rId25"/>
          </p:cNvPr>
          <p:cNvPicPr/>
          <p:nvPr/>
        </p:nvPicPr>
        <p:blipFill>
          <a:blip r:embed="rId26"/>
          <a:stretch/>
        </p:blipFill>
        <p:spPr>
          <a:xfrm>
            <a:off x="11627280" y="6429240"/>
            <a:ext cx="226080" cy="22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7" name="Picture 29" descr="A picture containing clipart&#10;&#10;Description automatically generated">
            <a:hlinkClick r:id="rId27"/>
          </p:cNvPr>
          <p:cNvPicPr/>
          <p:nvPr/>
        </p:nvPicPr>
        <p:blipFill>
          <a:blip r:embed="rId28"/>
          <a:stretch/>
        </p:blipFill>
        <p:spPr>
          <a:xfrm>
            <a:off x="11257560" y="6429240"/>
            <a:ext cx="226080" cy="22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8" name="Picture 31" descr="A picture containing text, clipart&#10;&#10;Description automatically generated">
            <a:hlinkClick r:id="rId29"/>
          </p:cNvPr>
          <p:cNvPicPr/>
          <p:nvPr/>
        </p:nvPicPr>
        <p:blipFill>
          <a:blip r:embed="rId30"/>
          <a:stretch/>
        </p:blipFill>
        <p:spPr>
          <a:xfrm>
            <a:off x="9777600" y="6429240"/>
            <a:ext cx="226080" cy="22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9" name="Picture 35" descr="A picture containing text, clipart&#10;&#10;Description automatically generated">
            <a:hlinkClick r:id="rId31"/>
          </p:cNvPr>
          <p:cNvPicPr/>
          <p:nvPr/>
        </p:nvPicPr>
        <p:blipFill>
          <a:blip r:embed="rId32"/>
          <a:stretch/>
        </p:blipFill>
        <p:spPr>
          <a:xfrm>
            <a:off x="10147320" y="6429240"/>
            <a:ext cx="226080" cy="22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0" name="Picture 37" descr="A picture containing clipart&#10;&#10;Description automatically generated">
            <a:hlinkClick r:id="rId33"/>
          </p:cNvPr>
          <p:cNvPicPr/>
          <p:nvPr/>
        </p:nvPicPr>
        <p:blipFill>
          <a:blip r:embed="rId34"/>
          <a:stretch/>
        </p:blipFill>
        <p:spPr>
          <a:xfrm>
            <a:off x="10517400" y="6429240"/>
            <a:ext cx="226080" cy="22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1" name="Picture 40" descr="A picture containing text, clipart&#10;&#10;Description automatically generated"/>
          <p:cNvPicPr/>
          <p:nvPr/>
        </p:nvPicPr>
        <p:blipFill>
          <a:blip r:embed="rId35"/>
          <a:stretch/>
        </p:blipFill>
        <p:spPr>
          <a:xfrm>
            <a:off x="6960240" y="5863680"/>
            <a:ext cx="975240" cy="14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2" name="Picture 44" descr="A picture containing text, clipart&#10;&#10;Description automatically generated"/>
          <p:cNvPicPr/>
          <p:nvPr/>
        </p:nvPicPr>
        <p:blipFill>
          <a:blip r:embed="rId36"/>
          <a:stretch/>
        </p:blipFill>
        <p:spPr>
          <a:xfrm>
            <a:off x="8526960" y="5851440"/>
            <a:ext cx="975240" cy="14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3" name="Picture 46" descr="A picture containing text, clipart&#10;&#10;Description automatically generated"/>
          <p:cNvPicPr/>
          <p:nvPr/>
        </p:nvPicPr>
        <p:blipFill>
          <a:blip r:embed="rId37"/>
          <a:stretch/>
        </p:blipFill>
        <p:spPr>
          <a:xfrm>
            <a:off x="5586480" y="5851440"/>
            <a:ext cx="975240" cy="14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4" name="Picture 49" descr="A picture containing text, clipart&#10;&#10;Description automatically generated"/>
          <p:cNvPicPr/>
          <p:nvPr/>
        </p:nvPicPr>
        <p:blipFill>
          <a:blip r:embed="rId38"/>
          <a:stretch/>
        </p:blipFill>
        <p:spPr>
          <a:xfrm>
            <a:off x="4098240" y="5863680"/>
            <a:ext cx="975240" cy="14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5" name="Picture 50" descr="A picture containing text, clipart&#10;&#10;Description automatically generated"/>
          <p:cNvPicPr/>
          <p:nvPr/>
        </p:nvPicPr>
        <p:blipFill>
          <a:blip r:embed="rId39"/>
          <a:stretch/>
        </p:blipFill>
        <p:spPr>
          <a:xfrm>
            <a:off x="2580480" y="5858280"/>
            <a:ext cx="975240" cy="14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6" name="Picture 52" descr="A picture containing text, clipart&#10;&#10;Description automatically generated">
            <a:hlinkClick r:id="rId40"/>
          </p:cNvPr>
          <p:cNvPicPr/>
          <p:nvPr/>
        </p:nvPicPr>
        <p:blipFill>
          <a:blip r:embed="rId41"/>
          <a:stretch/>
        </p:blipFill>
        <p:spPr>
          <a:xfrm>
            <a:off x="10887480" y="6428520"/>
            <a:ext cx="226080" cy="226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47" name="Straight Connector 58"/>
          <p:cNvCxnSpPr/>
          <p:nvPr/>
        </p:nvCxnSpPr>
        <p:spPr>
          <a:xfrm>
            <a:off x="2580120" y="2716200"/>
            <a:ext cx="2520" cy="522360"/>
          </a:xfrm>
          <a:prstGeom prst="straightConnector1">
            <a:avLst/>
          </a:prstGeom>
          <a:ln w="0">
            <a:solidFill>
              <a:srgbClr val="e8e8eb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</TotalTime>
  <Application>LibreOffice/25.2.5.2$Windows_X86_64 LibreOffice_project/03d19516eb2e1dd5d4ccd751a0d6f35f35e08022</Application>
  <AppVersion>15.0000</AppVersion>
  <Words>1563</Words>
  <Paragraphs>103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2023-01-02T08:33:00Z</dcterms:created>
  <dc:creator>Amar Chuhan</dc:creator>
  <dc:description/>
  <dc:language>en-US</dc:language>
  <cp:lastModifiedBy/>
  <dcterms:modified xsi:type="dcterms:W3CDTF">2025-09-24T14:44:51Z</dcterms:modified>
  <cp:revision>1178</cp:revision>
  <dc:subject/>
  <dc:title>As Your IT Partner  We Have The Right SPEC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9A7B2CF197124D94BFFD227BF1DE50AA_12</vt:lpwstr>
  </property>
  <property fmtid="{D5CDD505-2E9C-101B-9397-08002B2CF9AE}" pid="3" name="KSOProductBuildVer">
    <vt:lpwstr>1033-12.2.0.20795</vt:lpwstr>
  </property>
  <property fmtid="{D5CDD505-2E9C-101B-9397-08002B2CF9AE}" pid="4" name="Notes">
    <vt:i4>4</vt:i4>
  </property>
  <property fmtid="{D5CDD505-2E9C-101B-9397-08002B2CF9AE}" pid="5" name="PresentationFormat">
    <vt:lpwstr>Widescreen</vt:lpwstr>
  </property>
  <property fmtid="{D5CDD505-2E9C-101B-9397-08002B2CF9AE}" pid="6" name="Slides">
    <vt:i4>8</vt:i4>
  </property>
</Properties>
</file>