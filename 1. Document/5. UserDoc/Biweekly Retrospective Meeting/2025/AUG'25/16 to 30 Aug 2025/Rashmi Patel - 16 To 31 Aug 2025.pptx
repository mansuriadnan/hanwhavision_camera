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_rels/slideMaster3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9.xml.rels" ContentType="application/vnd.openxmlformats-package.relationships+xml"/>
  <Override PartName="/ppt/slideMasters/_rels/slideMaster50.xml.rels" ContentType="application/vnd.openxmlformats-package.relationships+xml"/>
  <Override PartName="/ppt/slideMasters/_rels/slideMaster51.xml.rels" ContentType="application/vnd.openxmlformats-package.relationships+xml"/>
  <Override PartName="/ppt/slideMasters/_rels/slideMaster52.xml.rels" ContentType="application/vnd.openxmlformats-package.relationships+xml"/>
  <Override PartName="/ppt/slideMasters/_rels/slideMaster53.xml.rels" ContentType="application/vnd.openxmlformats-package.relationships+xml"/>
  <Override PartName="/ppt/slideMasters/_rels/slideMaster54.xml.rels" ContentType="application/vnd.openxmlformats-package.relationships+xml"/>
  <Override PartName="/ppt/slideMasters/_rels/slideMaster55.xml.rels" ContentType="application/vnd.openxmlformats-package.relationships+xml"/>
  <Override PartName="/ppt/slideMasters/_rels/slideMaster56.xml.rels" ContentType="application/vnd.openxmlformats-package.relationships+xml"/>
  <Override PartName="/ppt/slideMasters/_rels/slideMaster57.xml.rels" ContentType="application/vnd.openxmlformats-package.relationships+xml"/>
  <Override PartName="/ppt/slideMasters/_rels/slideMaster58.xml.rels" ContentType="application/vnd.openxmlformats-package.relationships+xml"/>
  <Override PartName="/ppt/slideMasters/_rels/slideMaster59.xml.rels" ContentType="application/vnd.openxmlformats-package.relationships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61.xml.rels" ContentType="application/vnd.openxmlformats-package.relationships+xml"/>
  <Override PartName="/ppt/slideLayouts/_rels/slideLayout62.xml.rels" ContentType="application/vnd.openxmlformats-package.relationships+xml"/>
  <Override PartName="/ppt/slideLayouts/_rels/slideLayout63.xml.rels" ContentType="application/vnd.openxmlformats-package.relationships+xml"/>
  <Override PartName="/ppt/slideLayouts/_rels/slideLayout64.xml.rels" ContentType="application/vnd.openxmlformats-package.relationships+xml"/>
  <Override PartName="/ppt/slideLayouts/_rels/slideLayout65.xml.rels" ContentType="application/vnd.openxmlformats-package.relationships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2" r:id="rId3"/>
    <p:sldMasterId id="2147483664" r:id="rId4"/>
    <p:sldMasterId id="2147483684" r:id="rId5"/>
    <p:sldMasterId id="2147483686" r:id="rId6"/>
    <p:sldMasterId id="2147483688" r:id="rId7"/>
    <p:sldMasterId id="2147483690" r:id="rId8"/>
    <p:sldMasterId id="2147483692" r:id="rId9"/>
    <p:sldMasterId id="2147483694" r:id="rId10"/>
    <p:sldMasterId id="2147483696" r:id="rId11"/>
    <p:sldMasterId id="2147483698" r:id="rId12"/>
    <p:sldMasterId id="2147483700" r:id="rId13"/>
    <p:sldMasterId id="2147483702" r:id="rId14"/>
    <p:sldMasterId id="2147483704" r:id="rId15"/>
    <p:sldMasterId id="2147483706" r:id="rId16"/>
    <p:sldMasterId id="2147483708" r:id="rId17"/>
    <p:sldMasterId id="2147483710" r:id="rId18"/>
    <p:sldMasterId id="2147483712" r:id="rId19"/>
    <p:sldMasterId id="2147483714" r:id="rId20"/>
    <p:sldMasterId id="2147483716" r:id="rId21"/>
    <p:sldMasterId id="2147483718" r:id="rId22"/>
    <p:sldMasterId id="2147483720" r:id="rId23"/>
    <p:sldMasterId id="2147483722" r:id="rId24"/>
    <p:sldMasterId id="2147483724" r:id="rId25"/>
    <p:sldMasterId id="2147483726" r:id="rId26"/>
    <p:sldMasterId id="2147483728" r:id="rId27"/>
    <p:sldMasterId id="2147483730" r:id="rId28"/>
    <p:sldMasterId id="2147483732" r:id="rId29"/>
    <p:sldMasterId id="2147483734" r:id="rId30"/>
    <p:sldMasterId id="2147483736" r:id="rId31"/>
    <p:sldMasterId id="2147483738" r:id="rId32"/>
    <p:sldMasterId id="2147483740" r:id="rId33"/>
    <p:sldMasterId id="2147483742" r:id="rId34"/>
    <p:sldMasterId id="2147483744" r:id="rId35"/>
    <p:sldMasterId id="2147483746" r:id="rId36"/>
  </p:sld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8.xml"/><Relationship Id="rId4" Type="http://schemas.openxmlformats.org/officeDocument/2006/relationships/slideMaster" Target="slideMasters/slideMaster9.xml"/><Relationship Id="rId5" Type="http://schemas.openxmlformats.org/officeDocument/2006/relationships/slideMaster" Target="slideMasters/slideMaster28.xml"/><Relationship Id="rId6" Type="http://schemas.openxmlformats.org/officeDocument/2006/relationships/slideMaster" Target="slideMasters/slideMaster29.xml"/><Relationship Id="rId7" Type="http://schemas.openxmlformats.org/officeDocument/2006/relationships/slideMaster" Target="slideMasters/slideMaster30.xml"/><Relationship Id="rId8" Type="http://schemas.openxmlformats.org/officeDocument/2006/relationships/slideMaster" Target="slideMasters/slideMaster31.xml"/><Relationship Id="rId9" Type="http://schemas.openxmlformats.org/officeDocument/2006/relationships/slideMaster" Target="slideMasters/slideMaster32.xml"/><Relationship Id="rId10" Type="http://schemas.openxmlformats.org/officeDocument/2006/relationships/slideMaster" Target="slideMasters/slideMaster33.xml"/><Relationship Id="rId11" Type="http://schemas.openxmlformats.org/officeDocument/2006/relationships/slideMaster" Target="slideMasters/slideMaster34.xml"/><Relationship Id="rId12" Type="http://schemas.openxmlformats.org/officeDocument/2006/relationships/slideMaster" Target="slideMasters/slideMaster35.xml"/><Relationship Id="rId13" Type="http://schemas.openxmlformats.org/officeDocument/2006/relationships/slideMaster" Target="slideMasters/slideMaster36.xml"/><Relationship Id="rId14" Type="http://schemas.openxmlformats.org/officeDocument/2006/relationships/slideMaster" Target="slideMasters/slideMaster37.xml"/><Relationship Id="rId15" Type="http://schemas.openxmlformats.org/officeDocument/2006/relationships/slideMaster" Target="slideMasters/slideMaster38.xml"/><Relationship Id="rId16" Type="http://schemas.openxmlformats.org/officeDocument/2006/relationships/slideMaster" Target="slideMasters/slideMaster39.xml"/><Relationship Id="rId17" Type="http://schemas.openxmlformats.org/officeDocument/2006/relationships/slideMaster" Target="slideMasters/slideMaster40.xml"/><Relationship Id="rId18" Type="http://schemas.openxmlformats.org/officeDocument/2006/relationships/slideMaster" Target="slideMasters/slideMaster41.xml"/><Relationship Id="rId19" Type="http://schemas.openxmlformats.org/officeDocument/2006/relationships/slideMaster" Target="slideMasters/slideMaster42.xml"/><Relationship Id="rId20" Type="http://schemas.openxmlformats.org/officeDocument/2006/relationships/slideMaster" Target="slideMasters/slideMaster43.xml"/><Relationship Id="rId21" Type="http://schemas.openxmlformats.org/officeDocument/2006/relationships/slideMaster" Target="slideMasters/slideMaster44.xml"/><Relationship Id="rId22" Type="http://schemas.openxmlformats.org/officeDocument/2006/relationships/slideMaster" Target="slideMasters/slideMaster45.xml"/><Relationship Id="rId23" Type="http://schemas.openxmlformats.org/officeDocument/2006/relationships/slideMaster" Target="slideMasters/slideMaster46.xml"/><Relationship Id="rId24" Type="http://schemas.openxmlformats.org/officeDocument/2006/relationships/slideMaster" Target="slideMasters/slideMaster47.xml"/><Relationship Id="rId25" Type="http://schemas.openxmlformats.org/officeDocument/2006/relationships/slideMaster" Target="slideMasters/slideMaster48.xml"/><Relationship Id="rId26" Type="http://schemas.openxmlformats.org/officeDocument/2006/relationships/slideMaster" Target="slideMasters/slideMaster49.xml"/><Relationship Id="rId27" Type="http://schemas.openxmlformats.org/officeDocument/2006/relationships/slideMaster" Target="slideMasters/slideMaster50.xml"/><Relationship Id="rId28" Type="http://schemas.openxmlformats.org/officeDocument/2006/relationships/slideMaster" Target="slideMasters/slideMaster51.xml"/><Relationship Id="rId29" Type="http://schemas.openxmlformats.org/officeDocument/2006/relationships/slideMaster" Target="slideMasters/slideMaster52.xml"/><Relationship Id="rId30" Type="http://schemas.openxmlformats.org/officeDocument/2006/relationships/slideMaster" Target="slideMasters/slideMaster53.xml"/><Relationship Id="rId31" Type="http://schemas.openxmlformats.org/officeDocument/2006/relationships/slideMaster" Target="slideMasters/slideMaster54.xml"/><Relationship Id="rId32" Type="http://schemas.openxmlformats.org/officeDocument/2006/relationships/slideMaster" Target="slideMasters/slideMaster55.xml"/><Relationship Id="rId33" Type="http://schemas.openxmlformats.org/officeDocument/2006/relationships/slideMaster" Target="slideMasters/slideMaster56.xml"/><Relationship Id="rId34" Type="http://schemas.openxmlformats.org/officeDocument/2006/relationships/slideMaster" Target="slideMasters/slideMaster57.xml"/><Relationship Id="rId35" Type="http://schemas.openxmlformats.org/officeDocument/2006/relationships/slideMaster" Target="slideMasters/slideMaster58.xml"/><Relationship Id="rId36" Type="http://schemas.openxmlformats.org/officeDocument/2006/relationships/slideMaster" Target="slideMasters/slideMaster59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9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0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1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2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3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4.xml"/>
</Relationships>
</file>

<file path=ppt/slideLayouts/_rels/slideLayout6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5.xml"/>
</Relationships>
</file>

<file path=ppt/slideLayouts/_rels/slideLayout6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6.xml"/>
</Relationships>
</file>

<file path=ppt/slideLayouts/_rels/slideLayout6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7.xml"/>
</Relationships>
</file>

<file path=ppt/slideLayouts/_rels/slideLayout6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8.xml"/>
</Relationships>
</file>

<file path=ppt/slideLayouts/_rels/slideLayout6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2CE72C9-38EA-46DC-A411-81BEC50733A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09994F6-D23C-4B35-9D1C-AE99815AB6F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C29C565-EDB2-4223-9C31-F55440E9E2F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40E1BE9-A590-40B4-B158-692A669F346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B4E6CEC-9213-4561-8A6F-2D77D700223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C4FD063-A075-48C2-A487-8B7425666BB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7F15461-D77E-41F6-888D-164C9A7B0F5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BD93357-769B-46F5-90E2-37D2117C775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2FB5915-C982-415C-8F96-0F215734495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8CF48C6-F691-4235-89A3-B104BD706F9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9E46F78-D298-4F2F-8401-B66016E20DB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0BABE8E-2246-4928-8898-7225413E8CA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8C82F02-E4D5-437C-8140-2D95A8147B6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1"/>
          </p:nvPr>
        </p:nvSpPr>
        <p:spPr/>
        <p:txBody>
          <a:bodyPr/>
          <a:p>
            <a:fld id="{F6F3BEE9-2C80-4BDB-A589-D551973D129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26CA094-8A19-4221-AA45-5F916E92C5B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DCD8333-5239-4E4A-A3B8-692125746F8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284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284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BDD418D-B99D-41D5-B19E-680B60ED151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BA9D3B6-D1C7-4836-807E-8AD5243550D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A60409B-DCA9-4064-94F4-C1ED882442B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6A2F54F-A55D-4612-ADC1-9780CF948F9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75FF44A-E512-4FDE-8F80-CB060381763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5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D491FDD-E705-4658-81AD-F8E2D0C45F7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71D5EF4-77A9-4B50-B1F6-4A4E2C1F947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4F52D6B-7E86-41AA-8224-D9DFBE11FF6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3B292E1-C079-47EA-96F7-36920ED7A09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E72D9BE-AC79-40B7-9F4F-C76837D627A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6ADE1B4-C16F-407F-BDBD-4201E7C03D9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4647E9B-67E5-49B2-81B4-E6A4907DECA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037390A-7EEC-4157-A817-98E2891D200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53D3134-1E73-4A24-869A-C87D34A3D73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6942A0D-137D-410F-8FEA-695ED27DC2C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3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A475653-4F8E-4364-A8B8-1A14AF7DBF4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0813B1-9DD2-4B07-8F32-D0727CC46BF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3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FFA3A313-6DF3-4251-BD5B-E6B390C9F80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EBD1E63E-367A-4D26-8FBB-BCA5F1EEA1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3355052A-B39B-41BB-AFE2-43E402EF16C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A0505CDF-9286-4441-8BC7-5F8BBDB2CA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37FB5FEB-AE8F-4C8D-AE25-10A31F6F17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F9940C83-2097-4831-9489-C42093926FA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DA8428C6-C0AA-45EE-8CB8-C9B92AA653C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DB9430F0-582C-427B-A74D-5D0C16F28E9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5"/>
          </p:nvPr>
        </p:nvSpPr>
        <p:spPr/>
        <p:txBody>
          <a:bodyPr/>
          <a:p>
            <a:fld id="{E0992762-4B2F-4B40-8FB5-B1104283314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D49BB950-A4FD-4B03-9AD0-7BDC05B583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1"/>
          </p:nvPr>
        </p:nvSpPr>
        <p:spPr/>
        <p:txBody>
          <a:bodyPr/>
          <a:p>
            <a:fld id="{601316E2-8704-4944-80EB-EE58179650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8274BB4E-0A51-4FED-B18E-E29139216EE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60CD7395-1819-4A7F-975C-374F09ED04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69EBAC58-F781-4723-97FA-F85EC007F9A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3"/>
          </p:nvPr>
        </p:nvSpPr>
        <p:spPr/>
        <p:txBody>
          <a:bodyPr/>
          <a:p>
            <a:fld id="{FBE27A1A-0A91-4DC6-9A4E-105954FF5CF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6"/>
          </p:nvPr>
        </p:nvSpPr>
        <p:spPr/>
        <p:txBody>
          <a:bodyPr/>
          <a:p>
            <a:fld id="{6604DF44-D7E4-4F0E-AAF4-871ACEFA234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4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49"/>
          </p:nvPr>
        </p:nvSpPr>
        <p:spPr/>
        <p:txBody>
          <a:bodyPr/>
          <a:p>
            <a:fld id="{0E8319FB-F050-4E18-A426-C5FDDE18BC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5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2"/>
          </p:nvPr>
        </p:nvSpPr>
        <p:spPr/>
        <p:txBody>
          <a:bodyPr/>
          <a:p>
            <a:fld id="{3E127E8B-D685-42A0-A674-E0A54C9ED45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5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55"/>
          </p:nvPr>
        </p:nvSpPr>
        <p:spPr/>
        <p:txBody>
          <a:bodyPr/>
          <a:p>
            <a:fld id="{5070CD89-FB98-4640-9815-BB09B9DBB41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5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8"/>
          </p:nvPr>
        </p:nvSpPr>
        <p:spPr/>
        <p:txBody>
          <a:bodyPr/>
          <a:p>
            <a:fld id="{76E97D3C-5E0C-40F1-9E99-97C3AA17D90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1"/>
          </p:nvPr>
        </p:nvSpPr>
        <p:spPr/>
        <p:txBody>
          <a:bodyPr/>
          <a:p>
            <a:fld id="{B981912D-71FA-423D-9553-E182355BDFD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4"/>
          </p:nvPr>
        </p:nvSpPr>
        <p:spPr/>
        <p:txBody>
          <a:bodyPr/>
          <a:p>
            <a:fld id="{9847208E-92EC-4168-8B10-053C12E2EF5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67"/>
          </p:nvPr>
        </p:nvSpPr>
        <p:spPr/>
        <p:txBody>
          <a:bodyPr/>
          <a:p>
            <a:fld id="{2AB7A4EE-A5FC-4A24-878B-A1EB7EB70FF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6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6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0"/>
          </p:nvPr>
        </p:nvSpPr>
        <p:spPr/>
        <p:txBody>
          <a:bodyPr/>
          <a:p>
            <a:fld id="{D45D39AE-8C3F-4DA7-9DCB-7A007689B30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7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73"/>
          </p:nvPr>
        </p:nvSpPr>
        <p:spPr/>
        <p:txBody>
          <a:bodyPr/>
          <a:p>
            <a:fld id="{2855796F-3513-437D-A23C-A5D97444085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7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7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76"/>
          </p:nvPr>
        </p:nvSpPr>
        <p:spPr/>
        <p:txBody>
          <a:bodyPr/>
          <a:p>
            <a:fld id="{8D4970AB-ED90-46EC-9B62-66B4AD1E296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7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9"/>
          </p:nvPr>
        </p:nvSpPr>
        <p:spPr/>
        <p:txBody>
          <a:bodyPr/>
          <a:p>
            <a:fld id="{847B273C-6A14-4CDD-A492-6421159E40A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2"/>
          </p:nvPr>
        </p:nvSpPr>
        <p:spPr/>
        <p:txBody>
          <a:bodyPr/>
          <a:p>
            <a:fld id="{48318462-0F62-4C9A-A307-DB5B8C6C64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09480" y="532440"/>
            <a:ext cx="109713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8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5"/>
          </p:nvPr>
        </p:nvSpPr>
        <p:spPr/>
        <p:txBody>
          <a:bodyPr/>
          <a:p>
            <a:fld id="{5DD809E9-8602-40EC-956B-36F90CF82E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8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8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88"/>
          </p:nvPr>
        </p:nvSpPr>
        <p:spPr/>
        <p:txBody>
          <a:bodyPr/>
          <a:p>
            <a:fld id="{AA666EE3-C799-4AD2-AD01-296AC04C7D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8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1"/>
          </p:nvPr>
        </p:nvSpPr>
        <p:spPr/>
        <p:txBody>
          <a:bodyPr/>
          <a:p>
            <a:fld id="{D346E974-2D3F-4544-8062-5D22C5B5226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94"/>
          </p:nvPr>
        </p:nvSpPr>
        <p:spPr/>
        <p:txBody>
          <a:bodyPr/>
          <a:p>
            <a:fld id="{50DE4C81-FE70-4EB8-B8B7-6E376841AA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4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31.xml"/><Relationship Id="rId19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35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36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41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42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43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44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45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46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47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48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49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50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51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52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53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54.xml"/>
</Relationships>
</file>

<file path=ppt/slideMasters/_rels/slideMaster49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55.xml"/>
</Relationships>
</file>

<file path=ppt/slideMasters/_rels/slideMaster50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56.xml"/>
</Relationships>
</file>

<file path=ppt/slideMasters/_rels/slideMaster51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57.xml"/>
</Relationships>
</file>

<file path=ppt/slideMasters/_rels/slideMaster52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58.xml"/>
</Relationships>
</file>

<file path=ppt/slideMasters/_rels/slideMaster53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59.xml"/>
</Relationships>
</file>

<file path=ppt/slideMasters/_rels/slideMaster54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60.xml"/>
</Relationships>
</file>

<file path=ppt/slideMasters/_rels/slideMaster55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61.xml"/>
</Relationships>
</file>

<file path=ppt/slideMasters/_rels/slideMaster56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62.xml"/>
</Relationships>
</file>

<file path=ppt/slideMasters/_rels/slideMaster57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63.xml"/>
</Relationships>
</file>

<file path=ppt/slideMasters/_rels/slideMaster58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64.xml"/>
</Relationships>
</file>

<file path=ppt/slideMasters/_rels/slideMaster59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6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A41A075-9724-4FC3-A93F-0582B86687E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ACC871F-AD91-4E7A-950A-46812C85A0E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PlaceHolder 5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3DA274E-E06E-4D0D-A39C-B12A711BF4F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6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B656844-DE1B-4184-BD20-F2D476675C8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5624650-9AC1-4447-9D86-B3C6509D99D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4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5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C1F1AB2-6A14-47F7-8290-BF7F0F78EA9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PlaceHolder 6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18AA0E0-2456-4EB4-8CD0-868B5504F48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22AEFF8-B515-4321-9829-A01945A685F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2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D860245-7924-456B-9877-C6B1F79A81F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PlaceHolder 3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ftr" idx="12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sldNum" idx="12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24CA903-495C-47F7-A7F6-35496090651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ftr" idx="12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sldNum" idx="12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3CFB676-F2FC-48F5-8822-CC0E7E2E6EF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ftr" idx="13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sldNum" idx="13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18DB6A7-8877-4748-91A3-483821C6C21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ftr" idx="13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sldNum" idx="13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921947A-A16C-44D7-8B39-5B70BA80F65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4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ftr" idx="13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5"/>
          <p:cNvSpPr>
            <a:spLocks noGrp="1"/>
          </p:cNvSpPr>
          <p:nvPr>
            <p:ph type="sldNum" idx="13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270E947-C132-4DA1-A2A3-115BD96630D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6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ftr" idx="139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sldNum" idx="140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763E806-4400-400E-9A1B-33E7828D53B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ftr" idx="142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sldNum" idx="143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EFE8AF1-0EB1-4969-9E07-BA87754BFC8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dt" idx="144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ftr" idx="145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sldNum" idx="146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3B6BF94-CE45-40A3-80B3-EF8C4F3B1A2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dt" idx="147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ftr" idx="148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sldNum" idx="149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D5AAE13-6F05-4328-B052-3977EEEA65F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dt" idx="150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ftr" idx="15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ldNum" idx="15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779D3D4-E80B-4218-AD96-96EA6A0E153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dt" idx="15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 type="ftr" idx="15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 type="sldNum" idx="15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7F0ABD-9546-43A2-9DCC-8EA1308FAA4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6"/>
          <p:cNvSpPr>
            <a:spLocks noGrp="1"/>
          </p:cNvSpPr>
          <p:nvPr>
            <p:ph type="dt" idx="15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ftr" idx="15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PlaceHolder 3"/>
          <p:cNvSpPr>
            <a:spLocks noGrp="1"/>
          </p:cNvSpPr>
          <p:nvPr>
            <p:ph type="sldNum" idx="15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DCFDA53-255D-4AFB-B798-740C329589E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PlaceHolder 4"/>
          <p:cNvSpPr>
            <a:spLocks noGrp="1"/>
          </p:cNvSpPr>
          <p:nvPr>
            <p:ph type="dt" idx="15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ftr" idx="16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sldNum" idx="16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3348B6D-BB66-4062-AF49-0C689A0A610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PlaceHolder 3"/>
          <p:cNvSpPr>
            <a:spLocks noGrp="1"/>
          </p:cNvSpPr>
          <p:nvPr>
            <p:ph type="dt" idx="16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ftr" idx="16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sldNum" idx="16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C8B736E-B47F-4230-94D5-3D1A6838257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dt" idx="16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5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ftr" idx="166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 type="sldNum" idx="167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4064AFF-DB19-4D31-8518-DF51EA133D0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dt" idx="168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5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ftr" idx="169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 type="sldNum" idx="170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843BB05-0D3C-4964-91B8-7F26FDAA255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dt" idx="171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5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ftr" idx="172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sldNum" idx="173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F021F63-A8B4-4FF7-91C2-03BD2F82DCC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PlaceHolder 5"/>
          <p:cNvSpPr>
            <a:spLocks noGrp="1"/>
          </p:cNvSpPr>
          <p:nvPr>
            <p:ph type="dt" idx="174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5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ftr" idx="175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sldNum" idx="176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DC4CD24-4688-4673-A691-EB976B6C9FC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dt" idx="177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Masters/slideMaster5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4"/>
          <p:cNvSpPr>
            <a:spLocks noGrp="1"/>
          </p:cNvSpPr>
          <p:nvPr>
            <p:ph type="ftr" idx="178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PlaceHolder 5"/>
          <p:cNvSpPr>
            <a:spLocks noGrp="1"/>
          </p:cNvSpPr>
          <p:nvPr>
            <p:ph type="sldNum" idx="179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C7DE2D0-A9DE-4A2D-A788-DBA0E9EEA5D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PlaceHolder 6"/>
          <p:cNvSpPr>
            <a:spLocks noGrp="1"/>
          </p:cNvSpPr>
          <p:nvPr>
            <p:ph type="dt" idx="180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7" r:id="rId2"/>
  </p:sldLayoutIdLst>
</p:sldMaster>
</file>

<file path=ppt/slideMasters/slideMaster5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ftr" idx="181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sldNum" idx="182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3114221-E431-442E-8C8B-31D21FA355A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dt" idx="183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9" r:id="rId2"/>
  </p:sldLayoutIdLst>
</p:sldMaster>
</file>

<file path=ppt/slideMasters/slideMaster5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609480" y="707760"/>
            <a:ext cx="1097136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ftr" idx="184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PlaceHolder 3"/>
          <p:cNvSpPr>
            <a:spLocks noGrp="1"/>
          </p:cNvSpPr>
          <p:nvPr>
            <p:ph type="sldNum" idx="185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A9CD673-96C7-479A-970D-51521F1AAA5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PlaceHolder 4"/>
          <p:cNvSpPr>
            <a:spLocks noGrp="1"/>
          </p:cNvSpPr>
          <p:nvPr>
            <p:ph type="dt" idx="186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2"/>
  </p:sldLayoutIdLst>
</p:sldMaster>
</file>

<file path=ppt/slideMasters/slideMaster5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ftr" idx="187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 type="sldNum" idx="188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7924C37-C63C-48A0-94D0-EF1672D394D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dt" idx="189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2"/>
  </p:sldLayoutIdLst>
</p:sldMaster>
</file>

<file path=ppt/slideMasters/slideMaster5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ftr" idx="190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sldNum" idx="191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BCAB38B-56C4-44F0-9C3D-122E1DB95D0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dt" idx="192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2"/>
  </p:sldLayoutIdLst>
</p:sldMaster>
</file>

<file path=ppt/slideMasters/slideMaster5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ftr" idx="193"/>
          </p:nvPr>
        </p:nvSpPr>
        <p:spPr>
          <a:xfrm>
            <a:off x="4038480" y="6356520"/>
            <a:ext cx="41108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PlaceHolder 2"/>
          <p:cNvSpPr>
            <a:spLocks noGrp="1"/>
          </p:cNvSpPr>
          <p:nvPr>
            <p:ph type="sldNum" idx="194"/>
          </p:nvPr>
        </p:nvSpPr>
        <p:spPr>
          <a:xfrm>
            <a:off x="86104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B3ADFFA-57A8-4375-B382-DF489E92F36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dt" idx="195"/>
          </p:nvPr>
        </p:nvSpPr>
        <p:spPr>
          <a:xfrm>
            <a:off x="838080" y="6356520"/>
            <a:ext cx="2739240" cy="36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5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Picture 19" descr=""/>
          <p:cNvPicPr/>
          <p:nvPr/>
        </p:nvPicPr>
        <p:blipFill>
          <a:blip r:embed="rId1"/>
          <a:stretch/>
        </p:blipFill>
        <p:spPr>
          <a:xfrm>
            <a:off x="178200" y="-22860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0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8160" cy="4822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3840" cy="96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Hanwha Vision   </a:t>
            </a:r>
            <a:br>
              <a:rPr sz="3000"/>
            </a:b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16</a:t>
            </a:r>
            <a:r>
              <a:rPr b="1" lang="en-US" sz="3000" spc="6" strike="noStrike" u="none" baseline="330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th</a:t>
            </a: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 - 31</a:t>
            </a:r>
            <a:r>
              <a:rPr b="1" lang="en-US" sz="3000" spc="6" strike="noStrike" u="none" baseline="33000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st</a:t>
            </a: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  August’25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2" name="Straight Connector 6"/>
          <p:cNvCxnSpPr/>
          <p:nvPr/>
        </p:nvCxnSpPr>
        <p:spPr>
          <a:xfrm>
            <a:off x="364320" y="2859480"/>
            <a:ext cx="4957200" cy="396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313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7920" cy="1011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24880" y="611280"/>
            <a:ext cx="1774080" cy="529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itle 1"/>
          <p:cNvSpPr/>
          <p:nvPr/>
        </p:nvSpPr>
        <p:spPr>
          <a:xfrm>
            <a:off x="3657600" y="2921040"/>
            <a:ext cx="2283840" cy="37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90000"/>
              </a:lnSpc>
            </a:pPr>
            <a:r>
              <a:rPr b="1" lang="en-US" sz="2000" spc="6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Rashmi Patel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Rectangle 4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8" name="Straight Connector 8"/>
          <p:cNvCxnSpPr/>
          <p:nvPr/>
        </p:nvCxnSpPr>
        <p:spPr>
          <a:xfrm>
            <a:off x="335880" y="6222960"/>
            <a:ext cx="11523960" cy="39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19" name="TextBox 12"/>
          <p:cNvSpPr/>
          <p:nvPr/>
        </p:nvSpPr>
        <p:spPr>
          <a:xfrm>
            <a:off x="326520" y="6380280"/>
            <a:ext cx="4057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Rectangle 7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2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Subtitle 2"/>
          <p:cNvSpPr/>
          <p:nvPr/>
        </p:nvSpPr>
        <p:spPr>
          <a:xfrm>
            <a:off x="4835880" y="6443640"/>
            <a:ext cx="2516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Box 5"/>
          <p:cNvSpPr/>
          <p:nvPr/>
        </p:nvSpPr>
        <p:spPr>
          <a:xfrm>
            <a:off x="448560" y="1270800"/>
            <a:ext cx="821016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Rectangle 4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6" name="Straight Connector 8"/>
          <p:cNvCxnSpPr/>
          <p:nvPr/>
        </p:nvCxnSpPr>
        <p:spPr>
          <a:xfrm>
            <a:off x="335880" y="6222960"/>
            <a:ext cx="11523960" cy="39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27" name="TextBox 12"/>
          <p:cNvSpPr/>
          <p:nvPr/>
        </p:nvSpPr>
        <p:spPr>
          <a:xfrm>
            <a:off x="326520" y="6380280"/>
            <a:ext cx="4057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Rectangle 7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2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0" name="Subtitle 2"/>
          <p:cNvSpPr/>
          <p:nvPr/>
        </p:nvSpPr>
        <p:spPr>
          <a:xfrm>
            <a:off x="4835880" y="6443640"/>
            <a:ext cx="2516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5"/>
          <p:cNvSpPr/>
          <p:nvPr/>
        </p:nvSpPr>
        <p:spPr>
          <a:xfrm>
            <a:off x="255600" y="1353960"/>
            <a:ext cx="11403360" cy="512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Front end development of Hanwha Application: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Client App: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displaying the dash instead of invalid date in capacity utilisation vehicle and people.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dashboard loader hide when auto refresh the dashboard widg</a:t>
            </a: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et and apply this in all widgets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the flickering issue of chart tick images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Reviewed and verified the exported CSV files, API responses, and widget chart data.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Made the Changes in capacity utilization people and vehicle for displaying moast and least value and date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Implement speech recognition for opening widgets. As discussed in the demo, update the commands (6 commands have been added).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Change the design as per figma for the speech recognition.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Date change floor plan widget data change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limit the 10 widget per dashboard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marL="285840" indent="-285840" defTabSz="914400">
              <a:lnSpc>
                <a:spcPct val="150000"/>
              </a:lnSpc>
              <a:spcBef>
                <a:spcPts val="340"/>
              </a:spcBef>
              <a:spcAft>
                <a:spcPts val="142"/>
              </a:spcAft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clear the dark theme on login when unnecessary go to login page without logout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tangle 4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416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Roadblocks / issues if any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4" name="Straight Connector 8"/>
          <p:cNvCxnSpPr/>
          <p:nvPr/>
        </p:nvCxnSpPr>
        <p:spPr>
          <a:xfrm>
            <a:off x="335880" y="6222960"/>
            <a:ext cx="11523960" cy="39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35" name="TextBox 12"/>
          <p:cNvSpPr/>
          <p:nvPr/>
        </p:nvSpPr>
        <p:spPr>
          <a:xfrm>
            <a:off x="326520" y="6380280"/>
            <a:ext cx="4057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Rectangle 7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3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8" name="Subtitle 2"/>
          <p:cNvSpPr/>
          <p:nvPr/>
        </p:nvSpPr>
        <p:spPr>
          <a:xfrm>
            <a:off x="4835880" y="6443640"/>
            <a:ext cx="2516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3"/>
          <p:cNvSpPr/>
          <p:nvPr/>
        </p:nvSpPr>
        <p:spPr>
          <a:xfrm>
            <a:off x="448560" y="1236600"/>
            <a:ext cx="114033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 have any point.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Rectangle 4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41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468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Improvement Points Identified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2" name="Straight Connector 8"/>
          <p:cNvCxnSpPr/>
          <p:nvPr/>
        </p:nvCxnSpPr>
        <p:spPr>
          <a:xfrm>
            <a:off x="335880" y="6222960"/>
            <a:ext cx="11523960" cy="39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43" name="TextBox 12"/>
          <p:cNvSpPr/>
          <p:nvPr/>
        </p:nvSpPr>
        <p:spPr>
          <a:xfrm>
            <a:off x="326520" y="6380280"/>
            <a:ext cx="4057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Rectangle 7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4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6" name="Subtitle 2"/>
          <p:cNvSpPr/>
          <p:nvPr/>
        </p:nvSpPr>
        <p:spPr>
          <a:xfrm>
            <a:off x="4835880" y="6443640"/>
            <a:ext cx="2516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Box 5"/>
          <p:cNvSpPr/>
          <p:nvPr/>
        </p:nvSpPr>
        <p:spPr>
          <a:xfrm>
            <a:off x="448560" y="1235880"/>
            <a:ext cx="1140336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b="0" lang="en-US" sz="1400" strike="noStrike" u="non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Roboto"/>
              </a:rPr>
              <a:t>Most Imp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Rectangle 4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100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Any New Problem Statement Seen / Identified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0" name="Straight Connector 8"/>
          <p:cNvCxnSpPr/>
          <p:nvPr/>
        </p:nvCxnSpPr>
        <p:spPr>
          <a:xfrm>
            <a:off x="335880" y="6222960"/>
            <a:ext cx="11523960" cy="39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51" name="TextBox 12"/>
          <p:cNvSpPr/>
          <p:nvPr/>
        </p:nvSpPr>
        <p:spPr>
          <a:xfrm>
            <a:off x="326520" y="6380280"/>
            <a:ext cx="4057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Rectangle 7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5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Subtitle 2"/>
          <p:cNvSpPr/>
          <p:nvPr/>
        </p:nvSpPr>
        <p:spPr>
          <a:xfrm>
            <a:off x="4835880" y="6443640"/>
            <a:ext cx="2516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5"/>
          <p:cNvSpPr/>
          <p:nvPr/>
        </p:nvSpPr>
        <p:spPr>
          <a:xfrm>
            <a:off x="448560" y="1264680"/>
            <a:ext cx="1106496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Rectangle 4"/>
          <p:cNvSpPr/>
          <p:nvPr/>
        </p:nvSpPr>
        <p:spPr>
          <a:xfrm>
            <a:off x="335880" y="380880"/>
            <a:ext cx="11516040" cy="63108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28440" cy="1141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Achievements/Extra mile of the week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8" name="Straight Connector 8"/>
          <p:cNvCxnSpPr/>
          <p:nvPr/>
        </p:nvCxnSpPr>
        <p:spPr>
          <a:xfrm>
            <a:off x="335880" y="6222960"/>
            <a:ext cx="11523960" cy="396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59" name="TextBox 12"/>
          <p:cNvSpPr/>
          <p:nvPr/>
        </p:nvSpPr>
        <p:spPr>
          <a:xfrm>
            <a:off x="326520" y="6380280"/>
            <a:ext cx="40572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Rectangle 7"/>
          <p:cNvSpPr/>
          <p:nvPr/>
        </p:nvSpPr>
        <p:spPr>
          <a:xfrm>
            <a:off x="335880" y="380880"/>
            <a:ext cx="108720" cy="63108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2600" cy="298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2" name="Subtitle 2"/>
          <p:cNvSpPr/>
          <p:nvPr/>
        </p:nvSpPr>
        <p:spPr>
          <a:xfrm>
            <a:off x="4835880" y="6443640"/>
            <a:ext cx="251604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Box 5"/>
          <p:cNvSpPr/>
          <p:nvPr/>
        </p:nvSpPr>
        <p:spPr>
          <a:xfrm>
            <a:off x="448560" y="1198800"/>
            <a:ext cx="967032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There have been no achievements recorded in the last two weeks.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6200" cy="6219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160" cy="177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19640" cy="1027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19640" cy="69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68" name="Straight Connector 6"/>
          <p:cNvCxnSpPr/>
          <p:nvPr/>
        </p:nvCxnSpPr>
        <p:spPr>
          <a:xfrm>
            <a:off x="524880" y="1622160"/>
            <a:ext cx="4324320" cy="396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369" name="Straight Connector 5"/>
          <p:cNvCxnSpPr/>
          <p:nvPr/>
        </p:nvCxnSpPr>
        <p:spPr>
          <a:xfrm>
            <a:off x="335880" y="6301080"/>
            <a:ext cx="11523960" cy="396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370" name="TextBox 9"/>
          <p:cNvSpPr/>
          <p:nvPr/>
        </p:nvSpPr>
        <p:spPr>
          <a:xfrm>
            <a:off x="147960" y="6384600"/>
            <a:ext cx="3857040" cy="30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ubtitle 2"/>
          <p:cNvSpPr/>
          <p:nvPr/>
        </p:nvSpPr>
        <p:spPr>
          <a:xfrm>
            <a:off x="457560" y="2609640"/>
            <a:ext cx="23371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ubtitle 2"/>
          <p:cNvSpPr/>
          <p:nvPr/>
        </p:nvSpPr>
        <p:spPr>
          <a:xfrm>
            <a:off x="2798640" y="2609640"/>
            <a:ext cx="233712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Subtitle 2"/>
          <p:cNvSpPr/>
          <p:nvPr/>
        </p:nvSpPr>
        <p:spPr>
          <a:xfrm>
            <a:off x="7244280" y="796680"/>
            <a:ext cx="36961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ubtitle 2"/>
          <p:cNvSpPr/>
          <p:nvPr/>
        </p:nvSpPr>
        <p:spPr>
          <a:xfrm>
            <a:off x="7581240" y="1292040"/>
            <a:ext cx="3696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ubtitle 2"/>
          <p:cNvSpPr/>
          <p:nvPr/>
        </p:nvSpPr>
        <p:spPr>
          <a:xfrm>
            <a:off x="7581240" y="1687680"/>
            <a:ext cx="3696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ubtitle 2"/>
          <p:cNvSpPr/>
          <p:nvPr/>
        </p:nvSpPr>
        <p:spPr>
          <a:xfrm>
            <a:off x="7581240" y="2083320"/>
            <a:ext cx="369612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7" name="Straight Connector 12"/>
          <p:cNvCxnSpPr/>
          <p:nvPr/>
        </p:nvCxnSpPr>
        <p:spPr>
          <a:xfrm>
            <a:off x="7326720" y="1179720"/>
            <a:ext cx="3072240" cy="396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78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9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0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1" name="Subtitle 2"/>
          <p:cNvSpPr/>
          <p:nvPr/>
        </p:nvSpPr>
        <p:spPr>
          <a:xfrm>
            <a:off x="7244280" y="2842200"/>
            <a:ext cx="369612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ubtitle 2"/>
          <p:cNvSpPr/>
          <p:nvPr/>
        </p:nvSpPr>
        <p:spPr>
          <a:xfrm>
            <a:off x="7581240" y="3337560"/>
            <a:ext cx="3696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ubtitle 2"/>
          <p:cNvSpPr/>
          <p:nvPr/>
        </p:nvSpPr>
        <p:spPr>
          <a:xfrm>
            <a:off x="7581240" y="3733200"/>
            <a:ext cx="36961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ubtitle 2"/>
          <p:cNvSpPr/>
          <p:nvPr/>
        </p:nvSpPr>
        <p:spPr>
          <a:xfrm>
            <a:off x="7581240" y="4128480"/>
            <a:ext cx="3696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85" name="Straight Connector 24"/>
          <p:cNvCxnSpPr/>
          <p:nvPr/>
        </p:nvCxnSpPr>
        <p:spPr>
          <a:xfrm>
            <a:off x="7326720" y="3224880"/>
            <a:ext cx="3072240" cy="396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86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7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8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9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7804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0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0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1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24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2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79080" cy="248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3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48040" cy="21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5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6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7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8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2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3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3800" cy="148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4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4640" cy="22464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5" name="Straight Connector 58"/>
          <p:cNvCxnSpPr/>
          <p:nvPr/>
        </p:nvCxnSpPr>
        <p:spPr>
          <a:xfrm>
            <a:off x="2580120" y="2716200"/>
            <a:ext cx="3960" cy="52380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Application>LibreOffice/25.2.5.2$Windows_X86_64 LibreOffice_project/03d19516eb2e1dd5d4ccd751a0d6f35f35e08022</Application>
  <AppVersion>15.0000</AppVersion>
  <Words>1843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2025-09-24T14:11:20Z</dcterms:modified>
  <cp:revision>550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76030A7711084D6A9EBC293995FA41FD</vt:lpwstr>
  </property>
  <property fmtid="{D5CDD505-2E9C-101B-9397-08002B2CF9AE}" pid="3" name="KSOProductBuildVer">
    <vt:lpwstr>1033-11.2.0.11440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