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5" r:id="rId3"/>
    <p:sldId id="286" r:id="rId4"/>
    <p:sldId id="293" r:id="rId5"/>
    <p:sldId id="289" r:id="rId6"/>
    <p:sldId id="291" r:id="rId7"/>
    <p:sldId id="290" r:id="rId8"/>
    <p:sldId id="29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1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9C69-D8C5-83BE-996E-0F71D0B3B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7EB7E-4F62-E400-3276-022880D1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B7C6-60EE-D05A-B622-0C87AA9A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350C1-CA07-ED99-6B9D-F2583D96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14AD-1879-4B8A-285C-D92FBECB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A810-C6BD-6E03-E776-1AEB14DA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5285-D8BB-0AD7-E6D4-3417E5724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22C23-DF52-2E0D-2F6D-128760CF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54A7C-0596-342C-50D5-0AA03D42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82FC-E59E-6836-0353-1274C4D6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0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7813-CE63-BD06-CD89-369B06B9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5D92-8A65-B96F-8897-76C14636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0D78-E80F-2569-7F79-640D41A4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ECD7-168D-E56E-A9C1-4013E879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4538-FD40-A206-D3AE-8AFAE5F0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8E56-9089-C060-2225-A0C1FF34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84606-C66D-24BC-C5E1-9DA0F31DA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C331-BCE0-27F5-D5B4-198A2C5DF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F3133-A585-0EB5-C744-638CAE5A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A9A45-DE81-7E02-B6EF-917AB21E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57C91-51F2-CFA3-27D8-5FBC63B8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B354-3A15-1A11-95CA-D44A311A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071A-F7ED-CA45-660E-09D50F526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9B468-7DEA-9362-3845-1C083F7DE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EFEB9-38C2-2023-52FA-6496A9A06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C1677-7E10-C518-AC2B-BA9C4918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9253A-EA50-D6FB-DBBC-5FE99D15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95777-10F0-AAF0-A2C7-28347D21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15E26-C841-F322-C597-94165B8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1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5069-703A-EB6B-5AB9-50E4C610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7F3DC-6622-C283-FA14-913CC2CA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35C5A-F312-E76E-1436-08FEA9B6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665B-204B-561F-8FDA-5E7097CD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17CD3-0047-26B9-B49F-681E6668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854B9-BA4D-2CD5-A2CF-05297DC1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D7DA-BCFB-CE0C-4AF9-C7A8916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7D5C-21BE-069E-B053-1CEEDBDE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3436-AF0B-6C4D-B4D6-F98686B7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2FC38-6077-5FDE-B6D0-B1B76648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F875-AAA8-784E-F849-4B51B4DF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5DAEB-7D9B-6D95-9811-E99F4F59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A9D13-BFEA-F1BF-5229-56D16A48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7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A5D0-8A60-E2D9-F543-30CCBF25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AD8E-4E26-43B8-1339-28D714C65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7F326-8D75-8A68-3C80-1062E670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83766-F28E-E255-9CEE-4B38DB9C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E9498-464D-BDF2-052C-C3BD0AD6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55DE-6123-9D0B-D3C5-2548FB70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DB61-0A1A-B883-3602-66E0A548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BA32D-C10E-EC3E-E59C-90C791F07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ED56-B775-B180-782E-2BC8C15C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4D68-8A7E-6D77-1564-F9BD115B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7EA48-0894-7E3A-2162-112F48D0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9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FBDE1-DBB0-4DC1-0A54-FAE219970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232DF-0F79-CA41-4AEF-67220B0A0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8595-9BA5-1CC4-D413-A4B13425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4E8E-779F-1902-9307-5AEF48F7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CF02-45A2-E538-914E-662B50B6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C433B-F914-2DA3-C1C8-B000F002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4BC9D-7936-CBE0-6E57-ACD913158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E311-AA6E-8453-96E2-005FE0562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7DF7-C7AD-7C7B-9225-719BCEEEC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12EC-08FA-C32C-A083-21D330C77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6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EDB37C-2498-A06C-031D-2AF857631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953001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01</a:t>
            </a:r>
            <a:r>
              <a:rPr lang="en-US" sz="3000" b="1" spc="1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Aug’25 – 15</a:t>
            </a:r>
            <a:r>
              <a:rPr lang="en-US" sz="3000" b="1" spc="1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Aug’25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2612C87-BBC5-8333-179C-B31DB9E8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521EC069-46D0-C6A4-3353-4C770189F6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C6D42C-3850-8AD4-31EC-2D05C0DBEEE1}"/>
              </a:ext>
            </a:extLst>
          </p:cNvPr>
          <p:cNvSpPr txBox="1">
            <a:spLocks/>
          </p:cNvSpPr>
          <p:nvPr/>
        </p:nvSpPr>
        <p:spPr>
          <a:xfrm>
            <a:off x="2909455" y="2920993"/>
            <a:ext cx="2467557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36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79867"/>
            <a:ext cx="8214199" cy="2583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Hasti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2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4" y="1158058"/>
            <a:ext cx="11407266" cy="4855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R&amp;D on D3 radial chart for Vehicle In-Out widget.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Added a 6-hour option in the chart tick selector.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Applied design corrections in the license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Reviewed and identified issues in occupancy logic.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Investigated </a:t>
            </a:r>
            <a:r>
              <a:rPr lang="en-US" sz="1600" spc="-1" dirty="0" err="1">
                <a:solidFill>
                  <a:srgbClr val="000000"/>
                </a:solidFill>
              </a:rPr>
              <a:t>SignalR</a:t>
            </a:r>
            <a:r>
              <a:rPr lang="en-US" sz="1600" spc="-1" dirty="0">
                <a:solidFill>
                  <a:srgbClr val="000000"/>
                </a:solidFill>
              </a:rPr>
              <a:t> issues and implemented resolutions.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Continued widget testing and documented identified issues.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Collaborated with Hasti and Hiten to resolve </a:t>
            </a:r>
            <a:r>
              <a:rPr lang="en-US" sz="1600" spc="-1" dirty="0" err="1">
                <a:solidFill>
                  <a:srgbClr val="000000"/>
                </a:solidFill>
              </a:rPr>
              <a:t>SignalR</a:t>
            </a:r>
            <a:r>
              <a:rPr lang="en-US" sz="1600" spc="-1" dirty="0">
                <a:solidFill>
                  <a:srgbClr val="000000"/>
                </a:solidFill>
              </a:rPr>
              <a:t> issues.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Installed the latest executable on the client machine to diagnose real-time issues.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Worked on capacity utilization issue and applied updates.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Investigated PDF-related issues in collaboration with Bhavika.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Initiated R&amp;D on MongoDB indexing to improve performance.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Collaborated with Hiten on most and least utilization logic.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Refined chart tick data calculation logic.</a:t>
            </a:r>
          </a:p>
        </p:txBody>
      </p:sp>
    </p:spTree>
    <p:extLst>
      <p:ext uri="{BB962C8B-B14F-4D97-AF65-F5344CB8AC3E}">
        <p14:creationId xmlns:p14="http://schemas.microsoft.com/office/powerpoint/2010/main" val="169550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9BC424-FFB4-00B7-3875-2C5D8D56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F342E5-75D3-F311-F943-3D2A13C836E6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26EC8-52AB-FCAD-F87F-90B933927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D32C6B-DB40-64F6-9347-351B931F5A14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B29D7F6-1757-FA1B-7D1E-80C0A81F10DA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EF128E-DA1E-BA75-43F3-D61F7AF1622D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BC5D1CE-8862-4559-6C63-F35B27AD5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40F77E9-4C12-CBCC-6DF9-B62FF2BA78DC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EBC16E-8724-A3B5-A2BA-94CA9A7AF554}"/>
              </a:ext>
            </a:extLst>
          </p:cNvPr>
          <p:cNvSpPr txBox="1"/>
          <p:nvPr/>
        </p:nvSpPr>
        <p:spPr>
          <a:xfrm>
            <a:off x="448734" y="1158058"/>
            <a:ext cx="11407266" cy="263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Performed performance checks, identified unnecessary API calls, optimized API logic, and reduced calls.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Conducted R&amp;D on safety measure API documentation.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Released the client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Tested the application installer on the client machine.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Validated CSV export data of widgets against API response and database.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Prepared widget datasheet for testing CSV features.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Discussion with team members regarding Tasks and </a:t>
            </a:r>
            <a:r>
              <a:rPr lang="en-US" sz="1600" spc="-1" dirty="0" err="1">
                <a:solidFill>
                  <a:srgbClr val="000000"/>
                </a:solidFill>
              </a:rPr>
              <a:t>doubts.Discussion</a:t>
            </a:r>
            <a:r>
              <a:rPr lang="en-US" sz="1600" spc="-1">
                <a:solidFill>
                  <a:srgbClr val="000000"/>
                </a:solidFill>
              </a:rPr>
              <a:t> with team members regarding </a:t>
            </a:r>
            <a:r>
              <a:rPr lang="en-US" sz="1600" b="1" spc="-1">
                <a:solidFill>
                  <a:srgbClr val="000000"/>
                </a:solidFill>
              </a:rPr>
              <a:t>Tasks and doubts.</a:t>
            </a:r>
          </a:p>
        </p:txBody>
      </p:sp>
    </p:spTree>
    <p:extLst>
      <p:ext uri="{BB962C8B-B14F-4D97-AF65-F5344CB8AC3E}">
        <p14:creationId xmlns:p14="http://schemas.microsoft.com/office/powerpoint/2010/main" val="4201604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7CCB2-E6AD-A05C-49CE-FFFD0EF41A8F}"/>
              </a:ext>
            </a:extLst>
          </p:cNvPr>
          <p:cNvSpPr txBox="1"/>
          <p:nvPr/>
        </p:nvSpPr>
        <p:spPr>
          <a:xfrm>
            <a:off x="392365" y="1337459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The practice of </a:t>
            </a:r>
            <a:r>
              <a:rPr lang="en-US" sz="1400" b="1" dirty="0"/>
              <a:t>unit testing</a:t>
            </a:r>
            <a:r>
              <a:rPr lang="en-US" sz="1400" dirty="0"/>
              <a:t> and </a:t>
            </a:r>
            <a:r>
              <a:rPr lang="en-US" sz="1400" b="1" dirty="0"/>
              <a:t>peer code review</a:t>
            </a:r>
            <a:r>
              <a:rPr lang="en-US" sz="1400" dirty="0"/>
              <a:t> has been </a:t>
            </a:r>
            <a:r>
              <a:rPr lang="en-US" sz="1400" b="1" dirty="0"/>
              <a:t>discontinued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0528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693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249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198913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N/A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08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7C87D-2BF4-2094-429B-833F6A403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52B89-4C8B-339C-D082-52ED69A6938A}"/>
              </a:ext>
            </a:extLst>
          </p:cNvPr>
          <p:cNvCxnSpPr>
            <a:cxnSpLocks/>
          </p:cNvCxnSpPr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A8F4E2-E03C-0E4A-BEA2-2C45470AFA89}"/>
              </a:ext>
            </a:extLst>
          </p:cNvPr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38C491A-98BC-D26F-C944-17A4B65E5D77}"/>
              </a:ext>
            </a:extLst>
          </p:cNvPr>
          <p:cNvSpPr txBox="1">
            <a:spLocks/>
          </p:cNvSpPr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D447CDB-FC6C-CAB2-948E-2411D69C363A}"/>
              </a:ext>
            </a:extLst>
          </p:cNvPr>
          <p:cNvSpPr txBox="1">
            <a:spLocks/>
          </p:cNvSpPr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BCEE6D-BE76-87BF-39F9-211E275FDB05}"/>
              </a:ext>
            </a:extLst>
          </p:cNvPr>
          <p:cNvSpPr txBox="1">
            <a:spLocks/>
          </p:cNvSpPr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7CEBD7A-A64D-2CC2-219B-205E1ABEAC4C}"/>
              </a:ext>
            </a:extLst>
          </p:cNvPr>
          <p:cNvSpPr txBox="1">
            <a:spLocks/>
          </p:cNvSpPr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589E73-A1F7-8D3B-1002-78B9E88428D0}"/>
              </a:ext>
            </a:extLst>
          </p:cNvPr>
          <p:cNvSpPr txBox="1">
            <a:spLocks/>
          </p:cNvSpPr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CF21E3B-CFF7-C1BC-1C84-CEF3FAC10D71}"/>
              </a:ext>
            </a:extLst>
          </p:cNvPr>
          <p:cNvSpPr txBox="1">
            <a:spLocks/>
          </p:cNvSpPr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9A06EC-1120-2A36-F390-AD7E34081305}"/>
              </a:ext>
            </a:extLst>
          </p:cNvPr>
          <p:cNvCxnSpPr>
            <a:cxnSpLocks/>
          </p:cNvCxnSpPr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66FD6CE-FD61-89E0-91D7-5F8304994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EDEB6C-B6E4-6FDB-C1AC-E3A47A59D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7FEFD3-0309-57D5-3132-F673BA1FD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3E750425-6495-BDB9-98D9-2D6312334CE8}"/>
              </a:ext>
            </a:extLst>
          </p:cNvPr>
          <p:cNvSpPr txBox="1">
            <a:spLocks/>
          </p:cNvSpPr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EFFB4FD-C66E-DCFF-3CED-845FF7FCD1D3}"/>
              </a:ext>
            </a:extLst>
          </p:cNvPr>
          <p:cNvSpPr txBox="1">
            <a:spLocks/>
          </p:cNvSpPr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794C45F-E4E9-18E1-5291-E063DAA9D94C}"/>
              </a:ext>
            </a:extLst>
          </p:cNvPr>
          <p:cNvSpPr txBox="1">
            <a:spLocks/>
          </p:cNvSpPr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8615222F-C7DB-5A8C-7552-3410393517F5}"/>
              </a:ext>
            </a:extLst>
          </p:cNvPr>
          <p:cNvSpPr txBox="1">
            <a:spLocks/>
          </p:cNvSpPr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39D151-9FF0-F98C-5050-8117EAF186CC}"/>
              </a:ext>
            </a:extLst>
          </p:cNvPr>
          <p:cNvCxnSpPr>
            <a:cxnSpLocks/>
          </p:cNvCxnSpPr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CF2AB4B-873F-E596-9F71-00AEB41AB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7E2225-123C-E2AC-6610-FE75B6E7C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357D4EE-C6A4-0780-5917-5352EBA04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3A64C5C4-EF68-BBD2-DA4D-FA1654CB6B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C6B2261D-8975-83F4-293C-153EA1232E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  <a:extLst>
              <a:ext uri="{FF2B5EF4-FFF2-40B4-BE49-F238E27FC236}">
                <a16:creationId xmlns:a16="http://schemas.microsoft.com/office/drawing/2014/main" id="{3D7D5357-E86E-92E3-5707-CA2FF00762D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A62404A7-491D-AB8C-DF4C-0A7689FF8D3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2B45102B-90BF-9A69-CC61-4C6AFF245D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  <a:extLst>
              <a:ext uri="{FF2B5EF4-FFF2-40B4-BE49-F238E27FC236}">
                <a16:creationId xmlns:a16="http://schemas.microsoft.com/office/drawing/2014/main" id="{ADB2A65D-4BAF-3302-A7AD-454CFB6416D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  <a:extLst>
              <a:ext uri="{FF2B5EF4-FFF2-40B4-BE49-F238E27FC236}">
                <a16:creationId xmlns:a16="http://schemas.microsoft.com/office/drawing/2014/main" id="{4C05D210-7545-E130-D32C-60104CD0AA7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  <a:extLst>
              <a:ext uri="{FF2B5EF4-FFF2-40B4-BE49-F238E27FC236}">
                <a16:creationId xmlns:a16="http://schemas.microsoft.com/office/drawing/2014/main" id="{90AA3777-8D97-1931-9916-D94B8CE1EA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277E1FE5-F90B-E5EC-6B64-547EE65FA01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  <a:extLst>
              <a:ext uri="{FF2B5EF4-FFF2-40B4-BE49-F238E27FC236}">
                <a16:creationId xmlns:a16="http://schemas.microsoft.com/office/drawing/2014/main" id="{913D1D7C-DD97-008D-32E9-2F3E1449CF1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ECF0721-5F3F-7A0A-8B07-97E09AE355B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0C7B80-41F7-6F4C-9EB0-D97AE9FAE4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EDFC17D-0BEB-CE00-5CFF-4350F761C97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DC590AF-236B-8D2E-6C6C-26D1E11EE6C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C29C664-85B8-73EA-7FB2-776AF81D96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  <a:extLst>
              <a:ext uri="{FF2B5EF4-FFF2-40B4-BE49-F238E27FC236}">
                <a16:creationId xmlns:a16="http://schemas.microsoft.com/office/drawing/2014/main" id="{67637389-D544-8F66-71E6-50D3B35E827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9D8FB93-7E3B-D2D5-BF79-9911592A49ED}"/>
              </a:ext>
            </a:extLst>
          </p:cNvPr>
          <p:cNvCxnSpPr>
            <a:cxnSpLocks/>
          </p:cNvCxnSpPr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3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6096</TotalTime>
  <Words>450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01st Aug’25 – 15th Aug’25</vt:lpstr>
      <vt:lpstr>Meeting Participants</vt:lpstr>
      <vt:lpstr>Jayendra Makvana - Highlights of the work done in two weeks</vt:lpstr>
      <vt:lpstr>Jayendra Makvana - Highlights of the work done in two weeks</vt:lpstr>
      <vt:lpstr>Jayendra Makvana - Roadblocks / issues if any </vt:lpstr>
      <vt:lpstr>Jayendra Makvana - Improvement Points Identified</vt:lpstr>
      <vt:lpstr>Jayendra Makvana - Any New Problem Statement Seen / Identified * If any</vt:lpstr>
      <vt:lpstr>Jayendra Makvana - Achievements/Extra mile of the week * if any</vt:lpstr>
      <vt:lpstr>Thank You For  Your Time &amp;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Jayendra Makwana</cp:lastModifiedBy>
  <cp:revision>532</cp:revision>
  <dcterms:created xsi:type="dcterms:W3CDTF">2023-01-02T08:33:04Z</dcterms:created>
  <dcterms:modified xsi:type="dcterms:W3CDTF">2025-09-24T09:27:04Z</dcterms:modified>
</cp:coreProperties>
</file>