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3"/>
    <p:sldId id="285" r:id="rId4"/>
    <p:sldId id="286" r:id="rId5"/>
    <p:sldId id="299" r:id="rId6"/>
    <p:sldId id="289" r:id="rId7"/>
    <p:sldId id="291" r:id="rId8"/>
    <p:sldId id="290" r:id="rId9"/>
    <p:sldId id="292" r:id="rId10"/>
    <p:sldId id="2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0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hyperlink" Target="http://www.spec-india.com/" TargetMode="External"/><Relationship Id="rId4" Type="http://schemas.openxmlformats.org/officeDocument/2006/relationships/image" Target="../media/image4.emf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hyperlink" Target="https://clutch.co/profile/spec-india" TargetMode="External"/><Relationship Id="rId8" Type="http://schemas.openxmlformats.org/officeDocument/2006/relationships/hyperlink" Target="mailto:lead@spec-usa.net" TargetMode="External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hyperlink" Target="mailto:lead@spec-india.com" TargetMode="Externa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21.png"/><Relationship Id="rId31" Type="http://schemas.openxmlformats.org/officeDocument/2006/relationships/hyperlink" Target="https://www.instagram.com/spec_india" TargetMode="External"/><Relationship Id="rId30" Type="http://schemas.openxmlformats.org/officeDocument/2006/relationships/image" Target="../media/image20.png"/><Relationship Id="rId3" Type="http://schemas.openxmlformats.org/officeDocument/2006/relationships/hyperlink" Target="http://www.spec-india.com/" TargetMode="External"/><Relationship Id="rId29" Type="http://schemas.openxmlformats.org/officeDocument/2006/relationships/image" Target="../media/image19.png"/><Relationship Id="rId28" Type="http://schemas.openxmlformats.org/officeDocument/2006/relationships/image" Target="../media/image18.png"/><Relationship Id="rId27" Type="http://schemas.openxmlformats.org/officeDocument/2006/relationships/hyperlink" Target="https://twitter.com/infospec_india" TargetMode="External"/><Relationship Id="rId26" Type="http://schemas.openxmlformats.org/officeDocument/2006/relationships/image" Target="../media/image17.png"/><Relationship Id="rId25" Type="http://schemas.openxmlformats.org/officeDocument/2006/relationships/hyperlink" Target="https://www.linkedin.com/company/spec-india/mycompany/" TargetMode="External"/><Relationship Id="rId24" Type="http://schemas.openxmlformats.org/officeDocument/2006/relationships/image" Target="../media/image16.png"/><Relationship Id="rId23" Type="http://schemas.openxmlformats.org/officeDocument/2006/relationships/hyperlink" Target="https://www.facebook.com/SPECINDIA.IT" TargetMode="External"/><Relationship Id="rId22" Type="http://schemas.openxmlformats.org/officeDocument/2006/relationships/image" Target="../media/image15.png"/><Relationship Id="rId21" Type="http://schemas.openxmlformats.org/officeDocument/2006/relationships/hyperlink" Target="https://dribbble.com/specindia" TargetMode="External"/><Relationship Id="rId20" Type="http://schemas.openxmlformats.org/officeDocument/2006/relationships/image" Target="../media/image14.png"/><Relationship Id="rId2" Type="http://schemas.openxmlformats.org/officeDocument/2006/relationships/image" Target="../media/image2.emf"/><Relationship Id="rId19" Type="http://schemas.openxmlformats.org/officeDocument/2006/relationships/hyperlink" Target="https://www.behance.net/specindia" TargetMode="External"/><Relationship Id="rId18" Type="http://schemas.openxmlformats.org/officeDocument/2006/relationships/image" Target="../media/image13.png"/><Relationship Id="rId17" Type="http://schemas.openxmlformats.org/officeDocument/2006/relationships/hyperlink" Target="https://www.glassdoor.co.in/Reviews/SPEC-INDIA-Reviews-E688018.htm" TargetMode="External"/><Relationship Id="rId16" Type="http://schemas.openxmlformats.org/officeDocument/2006/relationships/image" Target="../media/image12.png"/><Relationship Id="rId15" Type="http://schemas.openxmlformats.org/officeDocument/2006/relationships/hyperlink" Target="https://www.ambitionbox.com/reviews/spec-india-reviews" TargetMode="External"/><Relationship Id="rId14" Type="http://schemas.openxmlformats.org/officeDocument/2006/relationships/image" Target="../media/image11.png"/><Relationship Id="rId13" Type="http://schemas.openxmlformats.org/officeDocument/2006/relationships/hyperlink" Target="https://g.page/r/CRApINeFYBWKEAE" TargetMode="External"/><Relationship Id="rId12" Type="http://schemas.openxmlformats.org/officeDocument/2006/relationships/image" Target="../media/image10.png"/><Relationship Id="rId11" Type="http://schemas.openxmlformats.org/officeDocument/2006/relationships/hyperlink" Target="https://www.goodfirms.co/company/spec-india" TargetMode="External"/><Relationship Id="rId10" Type="http://schemas.openxmlformats.org/officeDocument/2006/relationships/image" Target="../media/image9.png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490" y="1778000"/>
            <a:ext cx="5012055" cy="965200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1st Aug’25 – 15th Aug’25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54400" y="2920993"/>
            <a:ext cx="1922612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Gamdha</a:t>
            </a:r>
            <a:endParaRPr lang="en-US" alt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536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General task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Implement new  D3 radial chart for Vehicle in out widget.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Added 6 hours option in chart tick selector.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draggable overlap widget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SignalR connection issue in notification.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Remove unused flies and import statement.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Change SignalR join group API call and test.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People, vehicle In/Out widget data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floor and zone device list name issue, add tooltip, and solve type script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device list grid view pagination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Added password field in upload SSL certificate settings.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floor plan and zone screen img/pdf height and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 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width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user management add/edit drawer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Work on debouncing in the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 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dashboard page.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Change UI in upload SSL certificate.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      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1491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General task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Test export functionality in widget.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Work on the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 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chart tick selector to solve data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Work on react vertulization.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NA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Need to improve time managment skill and turn around time (TAT) on the each assigned task. 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407266" cy="627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identified.</a:t>
            </a: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175558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200" dirty="0"/>
              <a:t>NA</a:t>
            </a:r>
            <a:endParaRPr lang="en-US" altLang="en-IN" sz="12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  <a:endParaRPr lang="en-US" sz="3000" b="1" spc="10" dirty="0">
              <a:solidFill>
                <a:srgbClr val="65BB3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  <a:endParaRPr lang="en-US" sz="1600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  <a:endParaRPr lang="en-US" sz="1400" spc="1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8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1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3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5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7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1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2105</Words>
  <Application>WPS Presentation</Application>
  <PresentationFormat>Widescreen</PresentationFormat>
  <Paragraphs>115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Roboto</vt:lpstr>
      <vt:lpstr>Times New Roman</vt:lpstr>
      <vt:lpstr>Roboto Medium</vt:lpstr>
      <vt:lpstr>Wingdings</vt:lpstr>
      <vt:lpstr>Calibri</vt:lpstr>
      <vt:lpstr>Microsoft YaHei</vt:lpstr>
      <vt:lpstr>Arial Unicode MS</vt:lpstr>
      <vt:lpstr>Calibri Light</vt:lpstr>
      <vt:lpstr>Calibri</vt:lpstr>
      <vt:lpstr>Verdana</vt:lpstr>
      <vt:lpstr>Office Theme 2013 - 2022</vt:lpstr>
      <vt:lpstr>Hanwha Vision  1st Aug’25 – 15th Aug’25</vt:lpstr>
      <vt:lpstr>Meeting Participants</vt:lpstr>
      <vt:lpstr>Hasti Kaneriya - Highlights of the work done in two weeks</vt:lpstr>
      <vt:lpstr>Hasti Kaneriya - Highlights of the work done in two weeks</vt:lpstr>
      <vt:lpstr>Hasti Kaneriya - Roadblocks / issues if any </vt:lpstr>
      <vt:lpstr>Hasti Kaneriya - Improvement Points Identified</vt:lpstr>
      <vt:lpstr>Hasti Kaneriya - Any New Problem Statement Seen / Identified * If any</vt:lpstr>
      <vt:lpstr>Hasti Kaneriya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hasti.tilva</cp:lastModifiedBy>
  <cp:revision>571</cp:revision>
  <dcterms:created xsi:type="dcterms:W3CDTF">2023-01-02T08:33:00Z</dcterms:created>
  <dcterms:modified xsi:type="dcterms:W3CDTF">2025-09-24T08:58:47Z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B32B0568AA8B407A91586000BAD77FD6_12</vt:lpwstr>
  </property>
  <property fmtid="{D5CDD505-2E9C-101B-9397-08002B2CF9AE}" pid="3" name="KSOProductBuildVer">
    <vt:lpwstr>1033-12.2.0.22549</vt:lpwstr>
  </property>
</Properties>
</file>