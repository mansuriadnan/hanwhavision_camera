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_rels/slideMaster31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80" r:id="rId3"/>
    <p:sldMasterId id="2147483682" r:id="rId4"/>
    <p:sldMasterId id="2147483684" r:id="rId5"/>
    <p:sldMasterId id="2147483686" r:id="rId6"/>
    <p:sldMasterId id="2147483688" r:id="rId7"/>
    <p:sldMasterId id="2147483690" r:id="rId8"/>
    <p:sldMasterId id="2147483692" r:id="rId9"/>
    <p:sldMasterId id="2147483694" r:id="rId10"/>
    <p:sldMasterId id="2147483696" r:id="rId11"/>
    <p:sldMasterId id="2147483698" r:id="rId12"/>
    <p:sldMasterId id="2147483700" r:id="rId13"/>
    <p:sldMasterId id="2147483702" r:id="rId14"/>
    <p:sldMasterId id="2147483704" r:id="rId15"/>
    <p:sldMasterId id="2147483706" r:id="rId16"/>
    <p:sldMasterId id="2147483708" r:id="rId17"/>
    <p:sldMasterId id="214748371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6.xml"/><Relationship Id="rId4" Type="http://schemas.openxmlformats.org/officeDocument/2006/relationships/slideMaster" Target="slideMasters/slideMaster27.xml"/><Relationship Id="rId5" Type="http://schemas.openxmlformats.org/officeDocument/2006/relationships/slideMaster" Target="slideMasters/slideMaster28.xml"/><Relationship Id="rId6" Type="http://schemas.openxmlformats.org/officeDocument/2006/relationships/slideMaster" Target="slideMasters/slideMaster29.xml"/><Relationship Id="rId7" Type="http://schemas.openxmlformats.org/officeDocument/2006/relationships/slideMaster" Target="slideMasters/slideMaster30.xml"/><Relationship Id="rId8" Type="http://schemas.openxmlformats.org/officeDocument/2006/relationships/slideMaster" Target="slideMasters/slideMaster31.xml"/><Relationship Id="rId9" Type="http://schemas.openxmlformats.org/officeDocument/2006/relationships/slideMaster" Target="slideMasters/slideMaster32.xml"/><Relationship Id="rId10" Type="http://schemas.openxmlformats.org/officeDocument/2006/relationships/slideMaster" Target="slideMasters/slideMaster33.xml"/><Relationship Id="rId11" Type="http://schemas.openxmlformats.org/officeDocument/2006/relationships/slideMaster" Target="slideMasters/slideMaster34.xml"/><Relationship Id="rId12" Type="http://schemas.openxmlformats.org/officeDocument/2006/relationships/slideMaster" Target="slideMasters/slideMaster35.xml"/><Relationship Id="rId13" Type="http://schemas.openxmlformats.org/officeDocument/2006/relationships/slideMaster" Target="slideMasters/slideMaster36.xml"/><Relationship Id="rId14" Type="http://schemas.openxmlformats.org/officeDocument/2006/relationships/slideMaster" Target="slideMasters/slideMaster37.xml"/><Relationship Id="rId15" Type="http://schemas.openxmlformats.org/officeDocument/2006/relationships/slideMaster" Target="slideMasters/slideMaster38.xml"/><Relationship Id="rId16" Type="http://schemas.openxmlformats.org/officeDocument/2006/relationships/slideMaster" Target="slideMasters/slideMaster39.xml"/><Relationship Id="rId17" Type="http://schemas.openxmlformats.org/officeDocument/2006/relationships/slideMaster" Target="slideMasters/slideMaster40.xml"/><Relationship Id="rId18" Type="http://schemas.openxmlformats.org/officeDocument/2006/relationships/slideMaster" Target="slideMasters/slideMaster4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DBEAD19-C0C4-4A84-869B-AA250B4FD43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8C5F243-104F-49BC-A319-FB51D5E5003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84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84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C5568E3-0D62-40A8-BD08-30A8CCAA705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94A3A77-518B-49A3-938B-B534433AE18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76D9756-6148-41A4-8840-3EE18F21FCA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024E4DC-B963-46E3-B4FB-82211CA15F5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21D29D8-82DF-43CB-BF37-CFB8CF639BA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7FD43C4-F1A4-453C-8389-BF2E9846ACA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E2478C3-E2F4-46C9-B0DA-715E52D4EA8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2497278-0AD7-4482-8C3C-67804362A7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9B760ED-81EA-4DCD-A5DA-55283D8C6B5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4EF6E0-77D9-47E8-B298-8F203A8FF82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1AA3D48-CD54-4C07-AF1E-0F33A582E93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6A2CDE6-05D3-4188-8B89-8D506D71219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E2279EE-59BB-4FEB-8D09-C706BF713C2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27E11AC-0593-4DB6-9E85-B2B17517811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764BE35-2816-4F58-9583-98C35DDB17A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564BEBC-41C9-4070-92BF-FF510D49F17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DC1F332-4B37-4E26-ACA6-55CA06B6DD7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7B35BB1-2E82-4F73-9DE6-237F8E9FC1F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328B090-2CC4-460E-9BC6-E20FC841646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7ED6C12-07D2-4ECC-8FBF-AB6B41826F1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C6DA4B7-08CE-4ECF-885F-25B483C96AC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FC602AF-BC8C-4719-9A98-018E52F03EF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4E93179-301D-4AE3-8F75-57739C6DF90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CA405BC-D866-4E17-B033-665322FEF46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B665CB0-181F-47A9-BAF2-9E2A32C030B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4D27255-AD4B-4BBF-92A7-09552D8D19A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290250B-9E23-4DEA-9069-BA1605CE81B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B9D81DC-D8E7-4DE0-8D5A-E28C337361F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3720B09-14D8-4570-B61A-AF5AF988A83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5152C443-68FC-4381-B6E7-A8039D0C27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F41EB747-9F9D-4B50-BC71-AC05D6AB9C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47957447-A973-4CFA-8026-E16599064D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6C7DAB40-5FF3-4856-9C0A-4D564E0F9E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CBC7A753-0BE8-47C5-9769-A7C5F3A086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FF373423-DDE1-419B-99B9-58E129BF84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8EBDC835-6893-4E63-BBCC-E102B4727A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E53160F4-A7EC-4EA8-9EE9-4E6ADA31F5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9"/>
          </p:nvPr>
        </p:nvSpPr>
        <p:spPr/>
        <p:txBody>
          <a:bodyPr/>
          <a:p>
            <a:fld id="{72F80C90-1F6A-43AD-80DA-701BCE8E71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F4B3E422-EA7A-401F-849D-69CFC0BA41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5"/>
          </p:nvPr>
        </p:nvSpPr>
        <p:spPr/>
        <p:txBody>
          <a:bodyPr/>
          <a:p>
            <a:fld id="{B46DE66E-06C4-46EE-BB96-E8B5C97D30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8DEBEA96-A2CE-41CD-B87E-4B9749D190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31"/>
          </p:nvPr>
        </p:nvSpPr>
        <p:spPr/>
        <p:txBody>
          <a:bodyPr/>
          <a:p>
            <a:fld id="{EC263C60-97DA-4549-8D86-AA81DB2218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DFCF0812-D760-403F-AA1C-4D32F7D129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7"/>
          </p:nvPr>
        </p:nvSpPr>
        <p:spPr/>
        <p:txBody>
          <a:bodyPr/>
          <a:p>
            <a:fld id="{80187411-6B34-4C60-B8C4-127250487E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24DB7BA1-8A3B-4A3D-8DA9-532FB17D1B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35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36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37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38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39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40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41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42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43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44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45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46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4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8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4AEC669-BC34-4C1F-AA9E-1650F8B714D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8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F917DD3-895C-472B-9CF3-71C223E25F6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AE171D9-47E3-4AD4-A31C-66F932A3D28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4BD23C9-DB70-49F6-A05E-B43EB95E8B5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8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B336E2C-BB61-43EE-9663-51A11DC7B24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7DA9E56-9362-4E6C-BFDE-ADBBCA44433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13953C0-63AD-4787-A977-7DB620E1EA7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80ECBE7-D167-402F-BACB-1D76CC36EA2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8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67F63D7-4EFE-4257-B6C5-E7C6F5D872D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ftr" idx="12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12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9D48B4B-61DE-4E55-927A-C9BEB0DBEF1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8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ftr" idx="12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sldNum" idx="12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4870D3B-0BBC-4D15-9B59-BE7F09DBA2B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 type="dt" idx="12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ftr" idx="12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sldNum" idx="12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195F550-7241-4B76-A2DE-3322DC42DAE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dt" idx="12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8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ftr" idx="13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3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4A27550-D01C-4FAC-9453-614A47F975E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dt" idx="13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ftr" idx="13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sldNum" idx="13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3A59444-B5E5-4474-AB3E-4ED139C8A8A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dt" idx="13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ftr" idx="13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ldNum" idx="13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21D9822-2A85-4163-AEF6-DB4B1199157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dt" idx="13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ftr" idx="13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ldNum" idx="14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5A10B25-5521-4235-BDDF-3574ACBE828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dt" idx="14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8000" cy="622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960" cy="177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9960" cy="482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313920" y="1536480"/>
            <a:ext cx="5221440" cy="12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br>
              <a:rPr sz="3000"/>
            </a:br>
            <a:br>
              <a:rPr sz="3000"/>
            </a:br>
            <a:r>
              <a:rPr b="1" lang="en-US" sz="3000" spc="11" strike="noStrike" u="none">
                <a:solidFill>
                  <a:srgbClr val="5983b0"/>
                </a:solidFill>
                <a:effectLst/>
                <a:uFillTx/>
                <a:latin typeface="Roboto"/>
                <a:ea typeface="Roboto"/>
              </a:rPr>
              <a:t>Hanwha Vision</a:t>
            </a:r>
            <a:br>
              <a:rPr sz="3000"/>
            </a:b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1</a:t>
            </a:r>
            <a:r>
              <a:rPr b="1" lang="en-US" sz="3000" strike="noStrike" u="none" baseline="33000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st </a:t>
            </a: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Aug’25 – 16</a:t>
            </a:r>
            <a:r>
              <a:rPr b="1" lang="en-US" sz="3000" spc="11" strike="noStrike" u="none" baseline="330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th</a:t>
            </a: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 Aug’25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5" name="Straight Connector 6"/>
          <p:cNvCxnSpPr/>
          <p:nvPr/>
        </p:nvCxnSpPr>
        <p:spPr>
          <a:xfrm>
            <a:off x="364320" y="2859480"/>
            <a:ext cx="4955400" cy="216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226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9720" cy="101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09400" y="382320"/>
            <a:ext cx="1775880" cy="53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Box 2"/>
          <p:cNvSpPr/>
          <p:nvPr/>
        </p:nvSpPr>
        <p:spPr>
          <a:xfrm>
            <a:off x="3522960" y="2935440"/>
            <a:ext cx="2311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11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Bhavika Rafaliya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6480" cy="33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1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32" name="TextBox 12"/>
          <p:cNvSpPr/>
          <p:nvPr/>
        </p:nvSpPr>
        <p:spPr>
          <a:xfrm>
            <a:off x="326520" y="6380280"/>
            <a:ext cx="4064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34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"/>
          <p:cNvSpPr/>
          <p:nvPr/>
        </p:nvSpPr>
        <p:spPr>
          <a:xfrm>
            <a:off x="448920" y="1262880"/>
            <a:ext cx="9155880" cy="29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Bhavika Rafaliya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Parth Jotangiya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Jayendra makwana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Hasti Tilva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Rashmi Patel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Hiten Parmar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Adnan Mansuri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5760" cy="33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Highlights of the work in two weeks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9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40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5"/>
          <p:cNvSpPr/>
          <p:nvPr/>
        </p:nvSpPr>
        <p:spPr>
          <a:xfrm>
            <a:off x="448920" y="811080"/>
            <a:ext cx="11405160" cy="54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Hanwha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advance report changes (images not visible properly in chart and 1x1 widget).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Verified preview images.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Added comma to format numbers in capacity utilization by vehicle and people.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Fixed advanced report issue.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Tried to run Hanwha reference application for video streaming.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scheduler report issue.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Datepicker should be closed when user clicks outside.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Filename should be same as widget name when download csv.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Verified exported CSVs, API responses, and chart data for widgets. 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Tested the application Settings tab.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Fixing advance report issue.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6480" cy="33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Roadblocks / issues if any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47" name="TextBox 12"/>
          <p:cNvSpPr/>
          <p:nvPr/>
        </p:nvSpPr>
        <p:spPr>
          <a:xfrm>
            <a:off x="326520" y="6380280"/>
            <a:ext cx="4064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5"/>
          <p:cNvSpPr/>
          <p:nvPr/>
        </p:nvSpPr>
        <p:spPr>
          <a:xfrm>
            <a:off x="440640" y="1352520"/>
            <a:ext cx="11405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7476480" cy="6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Improvement Points Identified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4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55" name="TextBox 12"/>
          <p:cNvSpPr/>
          <p:nvPr/>
        </p:nvSpPr>
        <p:spPr>
          <a:xfrm>
            <a:off x="326520" y="6380280"/>
            <a:ext cx="4064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5"/>
          <p:cNvSpPr/>
          <p:nvPr/>
        </p:nvSpPr>
        <p:spPr>
          <a:xfrm>
            <a:off x="448560" y="1325160"/>
            <a:ext cx="1140516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11345760" cy="6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Any New Problem Statement Seen / Identified * If any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2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63" name="TextBox 12"/>
          <p:cNvSpPr/>
          <p:nvPr/>
        </p:nvSpPr>
        <p:spPr>
          <a:xfrm>
            <a:off x="326520" y="6380280"/>
            <a:ext cx="4064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448560" y="1325160"/>
            <a:ext cx="1140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292480" cy="33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Achievements/Extra mile of the week * if any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71" name="TextBox 12"/>
          <p:cNvSpPr/>
          <p:nvPr/>
        </p:nvSpPr>
        <p:spPr>
          <a:xfrm>
            <a:off x="326520" y="6380280"/>
            <a:ext cx="4064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3"/>
          <p:cNvSpPr/>
          <p:nvPr/>
        </p:nvSpPr>
        <p:spPr>
          <a:xfrm>
            <a:off x="448560" y="1225800"/>
            <a:ext cx="114051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8000" cy="622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960" cy="177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1440" cy="102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11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11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1440" cy="6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0" name="Straight Connector 6"/>
          <p:cNvCxnSpPr/>
          <p:nvPr/>
        </p:nvCxnSpPr>
        <p:spPr>
          <a:xfrm>
            <a:off x="524880" y="1622160"/>
            <a:ext cx="4322520" cy="216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281" name="Straight Connector 5"/>
          <p:cNvCxnSpPr/>
          <p:nvPr/>
        </p:nvCxnSpPr>
        <p:spPr>
          <a:xfrm>
            <a:off x="335880" y="6301080"/>
            <a:ext cx="11522160" cy="216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282" name="TextBox 9"/>
          <p:cNvSpPr/>
          <p:nvPr/>
        </p:nvSpPr>
        <p:spPr>
          <a:xfrm>
            <a:off x="135720" y="6384600"/>
            <a:ext cx="38844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ubtitle 2"/>
          <p:cNvSpPr/>
          <p:nvPr/>
        </p:nvSpPr>
        <p:spPr>
          <a:xfrm>
            <a:off x="457560" y="2609640"/>
            <a:ext cx="23389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ubtitle 2"/>
          <p:cNvSpPr/>
          <p:nvPr/>
        </p:nvSpPr>
        <p:spPr>
          <a:xfrm>
            <a:off x="2798640" y="2609640"/>
            <a:ext cx="23389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ubtitle 2"/>
          <p:cNvSpPr/>
          <p:nvPr/>
        </p:nvSpPr>
        <p:spPr>
          <a:xfrm>
            <a:off x="7244280" y="796680"/>
            <a:ext cx="36979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ubtitle 2"/>
          <p:cNvSpPr/>
          <p:nvPr/>
        </p:nvSpPr>
        <p:spPr>
          <a:xfrm>
            <a:off x="7581240" y="1292040"/>
            <a:ext cx="3697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ubtitle 2"/>
          <p:cNvSpPr/>
          <p:nvPr/>
        </p:nvSpPr>
        <p:spPr>
          <a:xfrm>
            <a:off x="7581240" y="1687680"/>
            <a:ext cx="3697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ubtitle 2"/>
          <p:cNvSpPr/>
          <p:nvPr/>
        </p:nvSpPr>
        <p:spPr>
          <a:xfrm>
            <a:off x="7581240" y="2083320"/>
            <a:ext cx="36979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9" name="Straight Connector 12"/>
          <p:cNvCxnSpPr/>
          <p:nvPr/>
        </p:nvCxnSpPr>
        <p:spPr>
          <a:xfrm>
            <a:off x="7326720" y="1179720"/>
            <a:ext cx="3070440" cy="216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90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Subtitle 2"/>
          <p:cNvSpPr/>
          <p:nvPr/>
        </p:nvSpPr>
        <p:spPr>
          <a:xfrm>
            <a:off x="7244280" y="2842200"/>
            <a:ext cx="36979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ubtitle 2"/>
          <p:cNvSpPr/>
          <p:nvPr/>
        </p:nvSpPr>
        <p:spPr>
          <a:xfrm>
            <a:off x="7581240" y="3337560"/>
            <a:ext cx="3697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ubtitle 2"/>
          <p:cNvSpPr/>
          <p:nvPr/>
        </p:nvSpPr>
        <p:spPr>
          <a:xfrm>
            <a:off x="7581240" y="3733200"/>
            <a:ext cx="3697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ubtitle 2"/>
          <p:cNvSpPr/>
          <p:nvPr/>
        </p:nvSpPr>
        <p:spPr>
          <a:xfrm>
            <a:off x="7581240" y="4128480"/>
            <a:ext cx="3697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7" name="Straight Connector 24"/>
          <p:cNvCxnSpPr/>
          <p:nvPr/>
        </p:nvCxnSpPr>
        <p:spPr>
          <a:xfrm>
            <a:off x="7326720" y="3224880"/>
            <a:ext cx="3070440" cy="216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98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79840" cy="24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09840" cy="21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4280" cy="24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80880" cy="24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49840" cy="21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0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1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560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560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560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4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560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5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560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17" name="Straight Connector 58"/>
          <p:cNvCxnSpPr/>
          <p:nvPr/>
        </p:nvCxnSpPr>
        <p:spPr>
          <a:xfrm>
            <a:off x="2580120" y="2716200"/>
            <a:ext cx="2160" cy="52200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Application>LibreOffice/25.2.5.2$Windows_X86_64 LibreOffice_project/03d19516eb2e1dd5d4ccd751a0d6f35f35e08022</Application>
  <AppVersion>15.0000</AppVersion>
  <Words>1563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2025-08-20T12:30:53Z</dcterms:modified>
  <cp:revision>1160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9A7B2CF197124D94BFFD227BF1DE50AA_12</vt:lpwstr>
  </property>
  <property fmtid="{D5CDD505-2E9C-101B-9397-08002B2CF9AE}" pid="3" name="KSOProductBuildVer">
    <vt:lpwstr>1033-12.2.0.20795</vt:lpwstr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Slides">
    <vt:i4>8</vt:i4>
  </property>
</Properties>
</file>