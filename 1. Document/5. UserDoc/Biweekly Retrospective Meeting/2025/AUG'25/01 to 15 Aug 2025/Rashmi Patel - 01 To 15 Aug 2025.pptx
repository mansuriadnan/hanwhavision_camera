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_rels/slideMaster26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49.xml.rels" ContentType="application/vnd.openxmlformats-package.relationships+xml"/>
  <Override PartName="/ppt/slideMasters/_rels/slideMaster50.xml.rels" ContentType="application/vnd.openxmlformats-package.relationships+xml"/>
  <Override PartName="/ppt/slideMasters/_rels/slideMaster51.xml.rels" ContentType="application/vnd.openxmlformats-package.relationships+xml"/>
  <Override PartName="/ppt/slideMasters/_rels/slideMaster52.xml.rels" ContentType="application/vnd.openxmlformats-package.relationships+xml"/>
  <Override PartName="/ppt/slideMasters/_rels/slideMaster53.xml.rels" ContentType="application/vnd.openxmlformats-package.relationships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theme/theme26.xml" ContentType="application/vnd.openxmlformats-officedocument.theme+xml"/>
  <Override PartName="/ppt/theme/theme1.xml" ContentType="application/vnd.openxmlformats-officedocument.theme+xml"/>
  <Override PartName="/ppt/theme/theme27.xml" ContentType="application/vnd.openxmlformats-officedocument.theme+xml"/>
  <Override PartName="/ppt/theme/theme2.xml" ContentType="application/vnd.openxmlformats-officedocument.theme+xml"/>
  <Override PartName="/ppt/theme/theme28.xml" ContentType="application/vnd.openxmlformats-officedocument.theme+xml"/>
  <Override PartName="/ppt/theme/theme3.xml" ContentType="application/vnd.openxmlformats-officedocument.theme+xml"/>
  <Override PartName="/ppt/theme/theme29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  <Override PartName="/ppt/media/image1.wmf" ContentType="image/x-wmf"/>
  <Override PartName="/ppt/media/image2.wmf" ContentType="image/x-wmf"/>
  <Override PartName="/ppt/media/image3.png" ContentType="image/png"/>
  <Override PartName="/ppt/media/image4.wmf" ContentType="image/x-wmf"/>
  <Override PartName="/ppt/media/image5.wmf" ContentType="image/x-wmf"/>
  <Override PartName="/ppt/media/image6.wmf" ContentType="image/x-wmf"/>
  <Override PartName="/ppt/media/image7.wmf" ContentType="image/x-wmf"/>
  <Override PartName="/ppt/media/image8.wmf" ContentType="image/x-wmf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6" r:id="rId3"/>
    <p:sldMasterId id="2147483658" r:id="rId4"/>
    <p:sldMasterId id="2147483678" r:id="rId5"/>
    <p:sldMasterId id="2147483680" r:id="rId6"/>
    <p:sldMasterId id="2147483682" r:id="rId7"/>
    <p:sldMasterId id="2147483684" r:id="rId8"/>
    <p:sldMasterId id="2147483686" r:id="rId9"/>
    <p:sldMasterId id="2147483688" r:id="rId10"/>
    <p:sldMasterId id="2147483690" r:id="rId11"/>
    <p:sldMasterId id="2147483692" r:id="rId12"/>
    <p:sldMasterId id="2147483694" r:id="rId13"/>
    <p:sldMasterId id="2147483696" r:id="rId14"/>
    <p:sldMasterId id="2147483698" r:id="rId15"/>
    <p:sldMasterId id="2147483700" r:id="rId16"/>
    <p:sldMasterId id="2147483702" r:id="rId17"/>
    <p:sldMasterId id="2147483704" r:id="rId18"/>
    <p:sldMasterId id="2147483706" r:id="rId19"/>
    <p:sldMasterId id="2147483708" r:id="rId20"/>
    <p:sldMasterId id="2147483710" r:id="rId21"/>
    <p:sldMasterId id="2147483712" r:id="rId22"/>
    <p:sldMasterId id="2147483714" r:id="rId23"/>
    <p:sldMasterId id="2147483716" r:id="rId24"/>
    <p:sldMasterId id="2147483718" r:id="rId25"/>
    <p:sldMasterId id="2147483720" r:id="rId26"/>
    <p:sldMasterId id="2147483722" r:id="rId27"/>
    <p:sldMasterId id="2147483724" r:id="rId28"/>
    <p:sldMasterId id="2147483726" r:id="rId29"/>
    <p:sldMasterId id="2147483728" r:id="rId30"/>
    <p:sldMasterId id="2147483730" r:id="rId31"/>
    <p:sldMasterId id="2147483732" r:id="rId32"/>
    <p:sldMasterId id="2147483734" r:id="rId33"/>
    <p:sldMasterId id="2147483736" r:id="rId34"/>
    <p:sldMasterId id="2147483738" r:id="rId35"/>
    <p:sldMasterId id="2147483740" r:id="rId36"/>
  </p:sldMasterIdLst>
  <p:sldIdLst>
    <p:sldId id="256" r:id="rId37"/>
    <p:sldId id="257" r:id="rId38"/>
    <p:sldId id="258" r:id="rId39"/>
    <p:sldId id="259" r:id="rId40"/>
    <p:sldId id="260" r:id="rId41"/>
    <p:sldId id="261" r:id="rId42"/>
    <p:sldId id="262" r:id="rId43"/>
    <p:sldId id="263" r:id="rId44"/>
    <p:sldId id="264" r:id="rId45"/>
    <p:sldId id="265" r:id="rId46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22.xml"/><Relationship Id="rId6" Type="http://schemas.openxmlformats.org/officeDocument/2006/relationships/slideMaster" Target="slideMasters/slideMaster23.xml"/><Relationship Id="rId7" Type="http://schemas.openxmlformats.org/officeDocument/2006/relationships/slideMaster" Target="slideMasters/slideMaster24.xml"/><Relationship Id="rId8" Type="http://schemas.openxmlformats.org/officeDocument/2006/relationships/slideMaster" Target="slideMasters/slideMaster25.xml"/><Relationship Id="rId9" Type="http://schemas.openxmlformats.org/officeDocument/2006/relationships/slideMaster" Target="slideMasters/slideMaster26.xml"/><Relationship Id="rId10" Type="http://schemas.openxmlformats.org/officeDocument/2006/relationships/slideMaster" Target="slideMasters/slideMaster27.xml"/><Relationship Id="rId11" Type="http://schemas.openxmlformats.org/officeDocument/2006/relationships/slideMaster" Target="slideMasters/slideMaster28.xml"/><Relationship Id="rId12" Type="http://schemas.openxmlformats.org/officeDocument/2006/relationships/slideMaster" Target="slideMasters/slideMaster29.xml"/><Relationship Id="rId13" Type="http://schemas.openxmlformats.org/officeDocument/2006/relationships/slideMaster" Target="slideMasters/slideMaster30.xml"/><Relationship Id="rId14" Type="http://schemas.openxmlformats.org/officeDocument/2006/relationships/slideMaster" Target="slideMasters/slideMaster31.xml"/><Relationship Id="rId15" Type="http://schemas.openxmlformats.org/officeDocument/2006/relationships/slideMaster" Target="slideMasters/slideMaster32.xml"/><Relationship Id="rId16" Type="http://schemas.openxmlformats.org/officeDocument/2006/relationships/slideMaster" Target="slideMasters/slideMaster33.xml"/><Relationship Id="rId17" Type="http://schemas.openxmlformats.org/officeDocument/2006/relationships/slideMaster" Target="slideMasters/slideMaster34.xml"/><Relationship Id="rId18" Type="http://schemas.openxmlformats.org/officeDocument/2006/relationships/slideMaster" Target="slideMasters/slideMaster35.xml"/><Relationship Id="rId19" Type="http://schemas.openxmlformats.org/officeDocument/2006/relationships/slideMaster" Target="slideMasters/slideMaster36.xml"/><Relationship Id="rId20" Type="http://schemas.openxmlformats.org/officeDocument/2006/relationships/slideMaster" Target="slideMasters/slideMaster37.xml"/><Relationship Id="rId21" Type="http://schemas.openxmlformats.org/officeDocument/2006/relationships/slideMaster" Target="slideMasters/slideMaster38.xml"/><Relationship Id="rId22" Type="http://schemas.openxmlformats.org/officeDocument/2006/relationships/slideMaster" Target="slideMasters/slideMaster39.xml"/><Relationship Id="rId23" Type="http://schemas.openxmlformats.org/officeDocument/2006/relationships/slideMaster" Target="slideMasters/slideMaster40.xml"/><Relationship Id="rId24" Type="http://schemas.openxmlformats.org/officeDocument/2006/relationships/slideMaster" Target="slideMasters/slideMaster41.xml"/><Relationship Id="rId25" Type="http://schemas.openxmlformats.org/officeDocument/2006/relationships/slideMaster" Target="slideMasters/slideMaster42.xml"/><Relationship Id="rId26" Type="http://schemas.openxmlformats.org/officeDocument/2006/relationships/slideMaster" Target="slideMasters/slideMaster43.xml"/><Relationship Id="rId27" Type="http://schemas.openxmlformats.org/officeDocument/2006/relationships/slideMaster" Target="slideMasters/slideMaster44.xml"/><Relationship Id="rId28" Type="http://schemas.openxmlformats.org/officeDocument/2006/relationships/slideMaster" Target="slideMasters/slideMaster45.xml"/><Relationship Id="rId29" Type="http://schemas.openxmlformats.org/officeDocument/2006/relationships/slideMaster" Target="slideMasters/slideMaster46.xml"/><Relationship Id="rId30" Type="http://schemas.openxmlformats.org/officeDocument/2006/relationships/slideMaster" Target="slideMasters/slideMaster47.xml"/><Relationship Id="rId31" Type="http://schemas.openxmlformats.org/officeDocument/2006/relationships/slideMaster" Target="slideMasters/slideMaster48.xml"/><Relationship Id="rId32" Type="http://schemas.openxmlformats.org/officeDocument/2006/relationships/slideMaster" Target="slideMasters/slideMaster49.xml"/><Relationship Id="rId33" Type="http://schemas.openxmlformats.org/officeDocument/2006/relationships/slideMaster" Target="slideMasters/slideMaster50.xml"/><Relationship Id="rId34" Type="http://schemas.openxmlformats.org/officeDocument/2006/relationships/slideMaster" Target="slideMasters/slideMaster51.xml"/><Relationship Id="rId35" Type="http://schemas.openxmlformats.org/officeDocument/2006/relationships/slideMaster" Target="slideMasters/slideMaster52.xml"/><Relationship Id="rId36" Type="http://schemas.openxmlformats.org/officeDocument/2006/relationships/slideMaster" Target="slideMasters/slideMaster53.xml"/><Relationship Id="rId37" Type="http://schemas.openxmlformats.org/officeDocument/2006/relationships/slide" Target="slides/slide1.xml"/><Relationship Id="rId38" Type="http://schemas.openxmlformats.org/officeDocument/2006/relationships/slide" Target="slides/slide2.xml"/><Relationship Id="rId39" Type="http://schemas.openxmlformats.org/officeDocument/2006/relationships/slide" Target="slides/slide3.xml"/><Relationship Id="rId40" Type="http://schemas.openxmlformats.org/officeDocument/2006/relationships/slide" Target="slides/slide4.xml"/><Relationship Id="rId41" Type="http://schemas.openxmlformats.org/officeDocument/2006/relationships/slide" Target="slides/slide5.xml"/><Relationship Id="rId42" Type="http://schemas.openxmlformats.org/officeDocument/2006/relationships/slide" Target="slides/slide6.xml"/><Relationship Id="rId43" Type="http://schemas.openxmlformats.org/officeDocument/2006/relationships/slide" Target="slides/slide7.xml"/><Relationship Id="rId44" Type="http://schemas.openxmlformats.org/officeDocument/2006/relationships/slide" Target="slides/slide8.xml"/><Relationship Id="rId45" Type="http://schemas.openxmlformats.org/officeDocument/2006/relationships/slide" Target="slides/slide9.xml"/><Relationship Id="rId46" Type="http://schemas.openxmlformats.org/officeDocument/2006/relationships/slide" Target="slides/slide10.xml"/><Relationship Id="rId4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1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532800"/>
            <a:ext cx="109717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DC99CB6-C59D-4A31-8219-DA6BD8EA7D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532800"/>
            <a:ext cx="109717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543594D-B351-4542-B7EC-1D526A9052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0CB7BFC-870A-48A7-BD15-769FC9A663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6D2FFDC-5D24-4E05-9950-A4C0B9558C5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EB27F7B-7ED3-4339-99D7-FC12FCB0FA1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532800"/>
            <a:ext cx="109717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D2768E0-3A2D-4670-A080-E4892979DEE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532800"/>
            <a:ext cx="109717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E5E5F4C-FF94-434F-B8BA-50188FDC2FB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816C123-49D6-4CB3-A3CF-AE43283C2C4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0BCDA5F-F3D9-4AFD-B515-54C41B3C878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80C8410-7580-4384-990A-FC13E4271CC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304BBB6-B44B-4911-9927-45C8CD63056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AC9C513-011C-4D25-8E81-6FF20F701CF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DE841DB-B70D-4137-B8BD-0B8DDAE16E7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F072645-F2CA-4EB5-972A-DF1A15B9377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DE75504-7B2F-4906-B8E7-7AE295EA425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49C2A55-6FF2-403D-BA39-04514B77AE4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44A91EB-61AE-4E33-9271-5105DF53E80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D9418BB-E386-48AF-9E09-15E54112AE6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20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20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4BA8FEB-550A-493A-B462-47827F59B69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4595872-9525-4899-8B74-035CCE0C877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D52291B-2A50-427A-93FE-15FA8578465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F9E43ED-50DE-466D-8B3B-1F3180FD5F6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E889AA9-880F-43CB-8A3B-35D92EC342A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sldNum" idx="53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F9991E2-1D9B-4652-8676-92055471C64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ldNum" idx="56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6A45EC9-F6BA-4FA1-AB7A-E71BB300C8E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ldNum" idx="59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3465840-28A8-4FD0-AE40-3CA52C02088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ldNum" idx="62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7FEA903-92E3-422F-BE1D-78C9ED5BC06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532800"/>
            <a:ext cx="109717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5B38CA56-D942-45AB-B05A-7559DE64E65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532800"/>
            <a:ext cx="109717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6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8"/>
          </p:nvPr>
        </p:nvSpPr>
        <p:spPr/>
        <p:txBody>
          <a:bodyPr/>
          <a:p>
            <a:fld id="{60B1951C-05A9-4DCF-B6E0-D9A7AF1F724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30CBD59D-F239-465A-B24F-B5BF9A2437E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09480" y="532800"/>
            <a:ext cx="109717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BF950A0C-EAB7-4D5C-B0D9-AF86A48F94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09480" y="532800"/>
            <a:ext cx="109717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77"/>
          </p:nvPr>
        </p:nvSpPr>
        <p:spPr/>
        <p:txBody>
          <a:bodyPr/>
          <a:p>
            <a:fld id="{BC0EDCE4-D10E-44EC-8400-3045B2D2397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532800"/>
            <a:ext cx="109717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0"/>
          </p:nvPr>
        </p:nvSpPr>
        <p:spPr/>
        <p:txBody>
          <a:bodyPr/>
          <a:p>
            <a:fld id="{7D50EBE2-BFA3-441A-86B2-97578808FAB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8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3"/>
          </p:nvPr>
        </p:nvSpPr>
        <p:spPr/>
        <p:txBody>
          <a:bodyPr/>
          <a:p>
            <a:fld id="{EAE76289-085A-4582-A01A-385ADC481CF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6"/>
          </p:nvPr>
        </p:nvSpPr>
        <p:spPr/>
        <p:txBody>
          <a:bodyPr/>
          <a:p>
            <a:fld id="{D2DA3C47-C369-48EE-88A4-6A29CCC6EE6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609480" y="532800"/>
            <a:ext cx="109717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9"/>
          </p:nvPr>
        </p:nvSpPr>
        <p:spPr/>
        <p:txBody>
          <a:bodyPr/>
          <a:p>
            <a:fld id="{F19B943A-8D7A-42A2-9932-D07C237844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2"/>
          </p:nvPr>
        </p:nvSpPr>
        <p:spPr/>
        <p:txBody>
          <a:bodyPr/>
          <a:p>
            <a:fld id="{C0812840-A96B-4757-9E7D-9EBB672FB03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5"/>
          </p:nvPr>
        </p:nvSpPr>
        <p:spPr/>
        <p:txBody>
          <a:bodyPr/>
          <a:p>
            <a:fld id="{E1857056-DEF1-4229-8923-AB06E4A3EC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609480" y="532800"/>
            <a:ext cx="109717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8"/>
          </p:nvPr>
        </p:nvSpPr>
        <p:spPr/>
        <p:txBody>
          <a:bodyPr/>
          <a:p>
            <a:fld id="{BA3D9F11-AC0B-4352-B231-813340055AF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09480" y="532800"/>
            <a:ext cx="109717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1"/>
          </p:nvPr>
        </p:nvSpPr>
        <p:spPr/>
        <p:txBody>
          <a:bodyPr/>
          <a:p>
            <a:fld id="{C02B7290-9E97-42A9-A615-803E2D8751F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0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609480" y="532800"/>
            <a:ext cx="109717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4"/>
          </p:nvPr>
        </p:nvSpPr>
        <p:spPr/>
        <p:txBody>
          <a:bodyPr/>
          <a:p>
            <a:fld id="{85B06543-75A9-4D9B-AAA2-92E690DE4D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7"/>
          </p:nvPr>
        </p:nvSpPr>
        <p:spPr/>
        <p:txBody>
          <a:bodyPr/>
          <a:p>
            <a:fld id="{3C1646E0-B22C-46F7-96C5-D4A77394001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0"/>
          </p:nvPr>
        </p:nvSpPr>
        <p:spPr/>
        <p:txBody>
          <a:bodyPr/>
          <a:p>
            <a:fld id="{FC47406F-D6AF-442C-B80C-F3831B8C2F8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1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09480" y="532800"/>
            <a:ext cx="109717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3"/>
          </p:nvPr>
        </p:nvSpPr>
        <p:spPr/>
        <p:txBody>
          <a:bodyPr/>
          <a:p>
            <a:fld id="{253F4240-C678-465C-B338-CA270DB248F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1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6"/>
          </p:nvPr>
        </p:nvSpPr>
        <p:spPr/>
        <p:txBody>
          <a:bodyPr/>
          <a:p>
            <a:fld id="{605FDCAC-1011-4BAB-8A8A-98FF8F6EC39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1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609480" y="532800"/>
            <a:ext cx="109717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9"/>
          </p:nvPr>
        </p:nvSpPr>
        <p:spPr/>
        <p:txBody>
          <a:bodyPr/>
          <a:p>
            <a:fld id="{EFCBA739-8589-468A-BD13-48EE5ADD50E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609480" y="532800"/>
            <a:ext cx="109717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2"/>
          </p:nvPr>
        </p:nvSpPr>
        <p:spPr/>
        <p:txBody>
          <a:bodyPr/>
          <a:p>
            <a:fld id="{BFA7AE73-6421-415F-BA0B-5D57486974A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5"/>
          </p:nvPr>
        </p:nvSpPr>
        <p:spPr/>
        <p:txBody>
          <a:bodyPr/>
          <a:p>
            <a:fld id="{A04C4A72-9D2D-4BAF-A058-9D53FDA487B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8"/>
          </p:nvPr>
        </p:nvSpPr>
        <p:spPr/>
        <p:txBody>
          <a:bodyPr/>
          <a:p>
            <a:fld id="{9705C545-625A-449A-8200-7CE9C48F53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31"/>
          </p:nvPr>
        </p:nvSpPr>
        <p:spPr/>
        <p:txBody>
          <a:bodyPr/>
          <a:p>
            <a:fld id="{D4171F8A-3A9B-4774-B119-32F255AE9AB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34"/>
          </p:nvPr>
        </p:nvSpPr>
        <p:spPr/>
        <p:txBody>
          <a:bodyPr/>
          <a:p>
            <a:fld id="{C764CEE7-F2C7-4553-B980-1B2243A41D1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609480" y="532800"/>
            <a:ext cx="109717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37"/>
          </p:nvPr>
        </p:nvSpPr>
        <p:spPr/>
        <p:txBody>
          <a:bodyPr/>
          <a:p>
            <a:fld id="{9289F5F5-7EBD-48FE-9308-09E508722C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0"/>
          </p:nvPr>
        </p:nvSpPr>
        <p:spPr/>
        <p:txBody>
          <a:bodyPr/>
          <a:p>
            <a:fld id="{22619C9D-A80D-4DF0-B3E3-94985F0263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4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609480" y="532800"/>
            <a:ext cx="109717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3"/>
          </p:nvPr>
        </p:nvSpPr>
        <p:spPr/>
        <p:txBody>
          <a:bodyPr/>
          <a:p>
            <a:fld id="{8E87587A-E22D-44B4-8A6A-CDC76D4D52A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4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6"/>
          </p:nvPr>
        </p:nvSpPr>
        <p:spPr/>
        <p:txBody>
          <a:bodyPr/>
          <a:p>
            <a:fld id="{708784C9-21B3-47B8-BB65-BDD14C231A9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4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609480" y="532800"/>
            <a:ext cx="109717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9"/>
          </p:nvPr>
        </p:nvSpPr>
        <p:spPr/>
        <p:txBody>
          <a:bodyPr/>
          <a:p>
            <a:fld id="{61F7E2A0-A930-4539-96C9-D7F121EE8D1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5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2"/>
          </p:nvPr>
        </p:nvSpPr>
        <p:spPr/>
        <p:txBody>
          <a:bodyPr/>
          <a:p>
            <a:fld id="{52FE005F-8C99-43F8-89A8-BE47EA03032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5"/>
          </p:nvPr>
        </p:nvSpPr>
        <p:spPr/>
        <p:txBody>
          <a:bodyPr/>
          <a:p>
            <a:fld id="{AB17826A-40E0-4AC9-BB31-857AF8CFD67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8"/>
          </p:nvPr>
        </p:nvSpPr>
        <p:spPr/>
        <p:txBody>
          <a:bodyPr/>
          <a:p>
            <a:fld id="{B5E30288-7935-4B3C-AEC6-502A960CCE8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8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26.xml"/><Relationship Id="rId20" Type="http://schemas.openxmlformats.org/officeDocument/2006/relationships/slideLayout" Target="../slideLayouts/slideLayout27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8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29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30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31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32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33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34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35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36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37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38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39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40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41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42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43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44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45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46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47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48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49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50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51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52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53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54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55.xml"/>
</Relationships>
</file>

<file path=ppt/slideMasters/_rels/slideMaster50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56.xml"/>
</Relationships>
</file>

<file path=ppt/slideMasters/_rels/slideMaster51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57.xml"/>
</Relationships>
</file>

<file path=ppt/slideMasters/_rels/slideMaster52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58.xml"/>
</Relationships>
</file>

<file path=ppt/slideMasters/_rels/slideMaster53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5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7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403E27D-5DBA-41F2-B0F7-5F25A36AA87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5A27722-366F-46C6-A811-9E973A6B16B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7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ftr" idx="64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sldNum" idx="65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2BF6A4E-D048-49C7-BBC2-B3B139C7B21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7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ftr" idx="67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sldNum" idx="68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B49012C-40CF-45B5-AFA1-3215B904B93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PlaceHolder 6"/>
          <p:cNvSpPr>
            <a:spLocks noGrp="1"/>
          </p:cNvSpPr>
          <p:nvPr>
            <p:ph type="dt" idx="69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ftr" idx="70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ldNum" idx="71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6DF5DFA-6A23-4104-BFE0-DF925A610D7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dt" idx="72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7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ftr" idx="73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sldNum" idx="74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47DB577-D0C3-4D68-A92E-1F4FC3DA585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dt" idx="75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7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ftr" idx="76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PlaceHolder 5"/>
          <p:cNvSpPr>
            <a:spLocks noGrp="1"/>
          </p:cNvSpPr>
          <p:nvPr>
            <p:ph type="sldNum" idx="77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B711163-87CE-4D89-987A-6D77CD60722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PlaceHolder 6"/>
          <p:cNvSpPr>
            <a:spLocks noGrp="1"/>
          </p:cNvSpPr>
          <p:nvPr>
            <p:ph type="dt" idx="78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7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ftr" idx="79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80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D48BCE7-7CEB-4E51-87CC-0A6BC8776F0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 type="dt" idx="81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ftr" idx="82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sldNum" idx="83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1FD1FF7-164D-48DB-B3BD-A84CDF54143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dt" idx="84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ftr" idx="85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sldNum" idx="86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0B09104-1560-46CA-9646-839379F8BC0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dt" idx="87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7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ftr" idx="88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 type="sldNum" idx="89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A346E82-21A1-44D4-9E70-DF5FC2A8306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PlaceHolder 5"/>
          <p:cNvSpPr>
            <a:spLocks noGrp="1"/>
          </p:cNvSpPr>
          <p:nvPr>
            <p:ph type="dt" idx="90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ftr" idx="91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sldNum" idx="92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6B3CBC8-0DFB-4A2B-9F51-F79CDB5B615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dt" idx="93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ftr" idx="94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sldNum" idx="95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70B8EFB-9FD3-427D-8CDE-AA7A7B6F7FD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dt" idx="96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7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ftr" idx="97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98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D281459-B95C-4BAD-85D5-6726F28E5C5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dt" idx="99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7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ftr" idx="100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sldNum" idx="101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88108FE-34F5-44F2-A778-090D54FE687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PlaceHolder 6"/>
          <p:cNvSpPr>
            <a:spLocks noGrp="1"/>
          </p:cNvSpPr>
          <p:nvPr>
            <p:ph type="dt" idx="102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7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ftr" idx="103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 type="sldNum" idx="104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158AEB5-9088-462E-AF07-4C128B75A5C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PlaceHolder 5"/>
          <p:cNvSpPr>
            <a:spLocks noGrp="1"/>
          </p:cNvSpPr>
          <p:nvPr>
            <p:ph type="dt" idx="105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ftr" idx="106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sldNum" idx="107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D14FE8F-C9CD-41A4-B300-4303F57C4BC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dt" idx="108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ftr" idx="109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sldNum" idx="110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ECD0B27-1725-49D6-882F-C3BEBACCA5B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dt" idx="111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7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ftr" idx="112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 type="sldNum" idx="113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4992103-5060-47E1-857C-EA3DFDB0628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PlaceHolder 5"/>
          <p:cNvSpPr>
            <a:spLocks noGrp="1"/>
          </p:cNvSpPr>
          <p:nvPr>
            <p:ph type="dt" idx="114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ftr" idx="115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sldNum" idx="116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6492CF1-9918-423D-979C-286D0A2D8A9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dt" idx="117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7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ftr" idx="118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sldNum" idx="119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A365548-51C6-47CD-9072-8E41687C5D5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PlaceHolder 6"/>
          <p:cNvSpPr>
            <a:spLocks noGrp="1"/>
          </p:cNvSpPr>
          <p:nvPr>
            <p:ph type="dt" idx="120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7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ftr" idx="121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22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F1E324C-DFCF-4823-BF6D-2D792D36098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dt" idx="123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ftr" idx="124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sldNum" idx="125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D51805F-A06E-431D-8370-E4B700CBF70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dt" idx="126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ftr" idx="127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sldNum" idx="128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625BD33-5C0A-485D-8001-334E64DDB0B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dt" idx="129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ftr" idx="130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sldNum" idx="131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50AFFFB-CF4A-462B-B7FA-A56A33C22A7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dt" idx="132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ftr" idx="133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sldNum" idx="134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6D3AFC2-95A4-4FA2-99E0-073F27C5D91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dt" idx="135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7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ftr" idx="136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PlaceHolder 4"/>
          <p:cNvSpPr>
            <a:spLocks noGrp="1"/>
          </p:cNvSpPr>
          <p:nvPr>
            <p:ph type="sldNum" idx="137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56DFE48-D0F0-480C-9BDD-9ACA8294E10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PlaceHolder 5"/>
          <p:cNvSpPr>
            <a:spLocks noGrp="1"/>
          </p:cNvSpPr>
          <p:nvPr>
            <p:ph type="dt" idx="138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ftr" idx="139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 type="sldNum" idx="140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271FA0E-B4B6-4298-B5F2-E6AFE80F620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dt" idx="141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2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7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4"/>
          <p:cNvSpPr>
            <a:spLocks noGrp="1"/>
          </p:cNvSpPr>
          <p:nvPr>
            <p:ph type="ftr" idx="142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PlaceHolder 5"/>
          <p:cNvSpPr>
            <a:spLocks noGrp="1"/>
          </p:cNvSpPr>
          <p:nvPr>
            <p:ph type="sldNum" idx="143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83E83E0-7F3B-4D5D-AC4E-874F75F8292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PlaceHolder 6"/>
          <p:cNvSpPr>
            <a:spLocks noGrp="1"/>
          </p:cNvSpPr>
          <p:nvPr>
            <p:ph type="dt" idx="144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2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ftr" idx="145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sldNum" idx="146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E94C075-832D-4D1B-BFCA-E1F3B2D15B5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dt" idx="147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2"/>
  </p:sldLayoutIdLst>
</p:sldMaster>
</file>

<file path=ppt/slideMasters/slideMaster5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609480" y="708120"/>
            <a:ext cx="109717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 type="ftr" idx="148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149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02A648C-761B-4294-B284-F6E6A49FDAB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PlaceHolder 4"/>
          <p:cNvSpPr>
            <a:spLocks noGrp="1"/>
          </p:cNvSpPr>
          <p:nvPr>
            <p:ph type="dt" idx="150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2"/>
  </p:sldLayoutIdLst>
</p:sldMaster>
</file>

<file path=ppt/slideMasters/slideMaster5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ftr" idx="151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sldNum" idx="152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BCCE0AE-C1C8-44AC-A1AA-8C34EF3784E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dt" idx="153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2"/>
  </p:sldLayoutIdLst>
</p:sldMaster>
</file>

<file path=ppt/slideMasters/slideMaster5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ftr" idx="154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 type="sldNum" idx="155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92083AF-E99D-4507-BC53-1097735042D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dt" idx="156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2"/>
  </p:sldLayoutIdLst>
</p:sldMaster>
</file>

<file path=ppt/slideMasters/slideMaster5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ftr" idx="157"/>
          </p:nvPr>
        </p:nvSpPr>
        <p:spPr>
          <a:xfrm>
            <a:off x="4038480" y="6356520"/>
            <a:ext cx="41112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sldNum" idx="158"/>
          </p:nvPr>
        </p:nvSpPr>
        <p:spPr>
          <a:xfrm>
            <a:off x="86104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4AC127B-BDF7-4636-8132-E5D23589497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dt" idx="159"/>
          </p:nvPr>
        </p:nvSpPr>
        <p:spPr>
          <a:xfrm>
            <a:off x="838080" y="6356520"/>
            <a:ext cx="2739600" cy="36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image" Target="../media/image3.png"/><Relationship Id="rId4" Type="http://schemas.openxmlformats.org/officeDocument/2006/relationships/image" Target="../media/image4.wmf"/><Relationship Id="rId5" Type="http://schemas.openxmlformats.org/officeDocument/2006/relationships/hyperlink" Target="http://www.spec-india.com/" TargetMode="External"/><Relationship Id="rId6" Type="http://schemas.openxmlformats.org/officeDocument/2006/relationships/image" Target="../media/image5.wmf"/><Relationship Id="rId7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5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5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5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5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5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5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5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5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hyperlink" Target="http://www.spec-india.com/" TargetMode="External"/><Relationship Id="rId4" Type="http://schemas.openxmlformats.org/officeDocument/2006/relationships/hyperlink" Target="http://www.spec-india.com/" TargetMode="External"/><Relationship Id="rId5" Type="http://schemas.openxmlformats.org/officeDocument/2006/relationships/hyperlink" Target="mailto:lead@spec-india.com" TargetMode="External"/><Relationship Id="rId6" Type="http://schemas.openxmlformats.org/officeDocument/2006/relationships/hyperlink" Target="mailto:lead@spec-india.com" TargetMode="External"/><Relationship Id="rId7" Type="http://schemas.openxmlformats.org/officeDocument/2006/relationships/hyperlink" Target="mailto:lead@spec-india.com" TargetMode="External"/><Relationship Id="rId8" Type="http://schemas.openxmlformats.org/officeDocument/2006/relationships/image" Target="../media/image6.wmf"/><Relationship Id="rId9" Type="http://schemas.openxmlformats.org/officeDocument/2006/relationships/image" Target="../media/image7.wmf"/><Relationship Id="rId10" Type="http://schemas.openxmlformats.org/officeDocument/2006/relationships/image" Target="../media/image8.wmf"/><Relationship Id="rId11" Type="http://schemas.openxmlformats.org/officeDocument/2006/relationships/hyperlink" Target="mailto:lead@spec-usa.net" TargetMode="External"/><Relationship Id="rId12" Type="http://schemas.openxmlformats.org/officeDocument/2006/relationships/image" Target="../media/image6.wmf"/><Relationship Id="rId13" Type="http://schemas.openxmlformats.org/officeDocument/2006/relationships/image" Target="../media/image7.wmf"/><Relationship Id="rId14" Type="http://schemas.openxmlformats.org/officeDocument/2006/relationships/image" Target="../media/image8.wmf"/><Relationship Id="rId15" Type="http://schemas.openxmlformats.org/officeDocument/2006/relationships/hyperlink" Target="https://clutch.co/profile/spec-india" TargetMode="External"/><Relationship Id="rId16" Type="http://schemas.openxmlformats.org/officeDocument/2006/relationships/image" Target="../media/image9.png"/><Relationship Id="rId17" Type="http://schemas.openxmlformats.org/officeDocument/2006/relationships/hyperlink" Target="https://www.goodfirms.co/company/spec-india" TargetMode="External"/><Relationship Id="rId18" Type="http://schemas.openxmlformats.org/officeDocument/2006/relationships/image" Target="../media/image10.png"/><Relationship Id="rId19" Type="http://schemas.openxmlformats.org/officeDocument/2006/relationships/hyperlink" Target="https://g.page/r/CRApINeFYBWKEAE" TargetMode="External"/><Relationship Id="rId20" Type="http://schemas.openxmlformats.org/officeDocument/2006/relationships/image" Target="../media/image11.png"/><Relationship Id="rId21" Type="http://schemas.openxmlformats.org/officeDocument/2006/relationships/hyperlink" Target="https://www.ambitionbox.com/reviews/spec-india-reviews" TargetMode="External"/><Relationship Id="rId22" Type="http://schemas.openxmlformats.org/officeDocument/2006/relationships/image" Target="../media/image12.png"/><Relationship Id="rId23" Type="http://schemas.openxmlformats.org/officeDocument/2006/relationships/hyperlink" Target="https://www.glassdoor.co.in/Reviews/SPEC-INDIA-Reviews-E688018.htm" TargetMode="External"/><Relationship Id="rId24" Type="http://schemas.openxmlformats.org/officeDocument/2006/relationships/image" Target="../media/image13.png"/><Relationship Id="rId25" Type="http://schemas.openxmlformats.org/officeDocument/2006/relationships/hyperlink" Target="https://www.behance.net/specindia" TargetMode="External"/><Relationship Id="rId26" Type="http://schemas.openxmlformats.org/officeDocument/2006/relationships/image" Target="../media/image14.png"/><Relationship Id="rId27" Type="http://schemas.openxmlformats.org/officeDocument/2006/relationships/hyperlink" Target="https://dribbble.com/specindia" TargetMode="External"/><Relationship Id="rId28" Type="http://schemas.openxmlformats.org/officeDocument/2006/relationships/image" Target="../media/image15.png"/><Relationship Id="rId29" Type="http://schemas.openxmlformats.org/officeDocument/2006/relationships/hyperlink" Target="https://www.facebook.com/SPECINDIA.IT" TargetMode="External"/><Relationship Id="rId30" Type="http://schemas.openxmlformats.org/officeDocument/2006/relationships/image" Target="../media/image16.png"/><Relationship Id="rId31" Type="http://schemas.openxmlformats.org/officeDocument/2006/relationships/hyperlink" Target="https://www.linkedin.com/company/spec-india/mycompany/" TargetMode="External"/><Relationship Id="rId32" Type="http://schemas.openxmlformats.org/officeDocument/2006/relationships/image" Target="../media/image17.png"/><Relationship Id="rId33" Type="http://schemas.openxmlformats.org/officeDocument/2006/relationships/hyperlink" Target="https://twitter.com/infospec_india" TargetMode="External"/><Relationship Id="rId34" Type="http://schemas.openxmlformats.org/officeDocument/2006/relationships/image" Target="../media/image18.png"/><Relationship Id="rId35" Type="http://schemas.openxmlformats.org/officeDocument/2006/relationships/image" Target="../media/image19.png"/><Relationship Id="rId36" Type="http://schemas.openxmlformats.org/officeDocument/2006/relationships/image" Target="../media/image20.png"/><Relationship Id="rId37" Type="http://schemas.openxmlformats.org/officeDocument/2006/relationships/image" Target="../media/image20.png"/><Relationship Id="rId38" Type="http://schemas.openxmlformats.org/officeDocument/2006/relationships/image" Target="../media/image19.png"/><Relationship Id="rId39" Type="http://schemas.openxmlformats.org/officeDocument/2006/relationships/image" Target="../media/image20.png"/><Relationship Id="rId40" Type="http://schemas.openxmlformats.org/officeDocument/2006/relationships/hyperlink" Target="https://www.instagram.com/spec_india" TargetMode="External"/><Relationship Id="rId41" Type="http://schemas.openxmlformats.org/officeDocument/2006/relationships/image" Target="../media/image21.png"/><Relationship Id="rId4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Picture 19" descr=""/>
          <p:cNvPicPr/>
          <p:nvPr/>
        </p:nvPicPr>
        <p:blipFill>
          <a:blip r:embed="rId1"/>
          <a:stretch/>
        </p:blipFill>
        <p:spPr>
          <a:xfrm>
            <a:off x="178200" y="-228600"/>
            <a:ext cx="6676560" cy="6219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3" name="Picture 8" descr=""/>
          <p:cNvPicPr/>
          <p:nvPr/>
        </p:nvPicPr>
        <p:blipFill>
          <a:blip r:embed="rId2"/>
          <a:stretch/>
        </p:blipFill>
        <p:spPr>
          <a:xfrm>
            <a:off x="0" y="5079960"/>
            <a:ext cx="12188520" cy="177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4" name="Picture 7" descr=""/>
          <p:cNvPicPr/>
          <p:nvPr/>
        </p:nvPicPr>
        <p:blipFill>
          <a:blip r:embed="rId3"/>
          <a:stretch/>
        </p:blipFill>
        <p:spPr>
          <a:xfrm>
            <a:off x="0" y="2031840"/>
            <a:ext cx="12188520" cy="482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364680" y="1778040"/>
            <a:ext cx="4804200" cy="96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000" spc="6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Hanwha Vision   </a:t>
            </a:r>
            <a:br>
              <a:rPr sz="3000"/>
            </a:br>
            <a:r>
              <a:rPr b="1" lang="en-US" sz="3000" strike="noStrike" u="none">
                <a:solidFill>
                  <a:srgbClr val="000000"/>
                </a:solidFill>
                <a:effectLst/>
                <a:uFillTx/>
                <a:latin typeface="Roboto"/>
                <a:ea typeface="Roboto"/>
              </a:rPr>
              <a:t>01</a:t>
            </a:r>
            <a:r>
              <a:rPr b="1" lang="en-US" sz="3000" spc="6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st – 15th August’25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6" name="Straight Connector 6"/>
          <p:cNvCxnSpPr/>
          <p:nvPr/>
        </p:nvCxnSpPr>
        <p:spPr>
          <a:xfrm>
            <a:off x="364320" y="2859480"/>
            <a:ext cx="4956840" cy="3600"/>
          </a:xfrm>
          <a:prstGeom prst="straightConnector1">
            <a:avLst/>
          </a:prstGeom>
          <a:ln w="25400">
            <a:solidFill>
              <a:srgbClr val="65bb35"/>
            </a:solidFill>
            <a:round/>
          </a:ln>
        </p:spPr>
      </p:cxnSp>
      <p:pic>
        <p:nvPicPr>
          <p:cNvPr id="267" name="Picture 24" descr=""/>
          <p:cNvPicPr/>
          <p:nvPr/>
        </p:nvPicPr>
        <p:blipFill>
          <a:blip r:embed="rId4"/>
          <a:stretch/>
        </p:blipFill>
        <p:spPr>
          <a:xfrm>
            <a:off x="9562680" y="377280"/>
            <a:ext cx="2168280" cy="1012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8" name="Picture 4" descr="">
            <a:hlinkClick r:id="rId5"/>
          </p:cNvPr>
          <p:cNvPicPr/>
          <p:nvPr/>
        </p:nvPicPr>
        <p:blipFill>
          <a:blip r:embed="rId6"/>
          <a:stretch/>
        </p:blipFill>
        <p:spPr>
          <a:xfrm>
            <a:off x="524880" y="611280"/>
            <a:ext cx="1774440" cy="52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Title 1"/>
          <p:cNvSpPr/>
          <p:nvPr/>
        </p:nvSpPr>
        <p:spPr>
          <a:xfrm>
            <a:off x="3657600" y="2921040"/>
            <a:ext cx="228420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90000"/>
              </a:lnSpc>
            </a:pPr>
            <a:r>
              <a:rPr b="1" lang="en-US" sz="2000" spc="6" strike="noStrike" u="none">
                <a:solidFill>
                  <a:srgbClr val="7030a0"/>
                </a:solidFill>
                <a:effectLst/>
                <a:uFillTx/>
                <a:latin typeface="Roboto"/>
                <a:ea typeface="Roboto"/>
              </a:rPr>
              <a:t>Rashmi Patel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Rectangle 4"/>
          <p:cNvSpPr/>
          <p:nvPr/>
        </p:nvSpPr>
        <p:spPr>
          <a:xfrm>
            <a:off x="335880" y="380880"/>
            <a:ext cx="11516400" cy="63144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747504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Meeting Participants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2" name="Straight Connector 8"/>
          <p:cNvCxnSpPr/>
          <p:nvPr/>
        </p:nvCxnSpPr>
        <p:spPr>
          <a:xfrm>
            <a:off x="335880" y="6222960"/>
            <a:ext cx="11523600" cy="360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73" name="TextBox 12"/>
          <p:cNvSpPr/>
          <p:nvPr/>
        </p:nvSpPr>
        <p:spPr>
          <a:xfrm>
            <a:off x="326520" y="6380280"/>
            <a:ext cx="40608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Rectangle 7"/>
          <p:cNvSpPr/>
          <p:nvPr/>
        </p:nvSpPr>
        <p:spPr>
          <a:xfrm>
            <a:off x="335880" y="380880"/>
            <a:ext cx="109080" cy="63144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75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2960" cy="29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6" name="Subtitle 2"/>
          <p:cNvSpPr/>
          <p:nvPr/>
        </p:nvSpPr>
        <p:spPr>
          <a:xfrm>
            <a:off x="4835880" y="6443640"/>
            <a:ext cx="251640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5"/>
          <p:cNvSpPr/>
          <p:nvPr/>
        </p:nvSpPr>
        <p:spPr>
          <a:xfrm>
            <a:off x="448560" y="1270800"/>
            <a:ext cx="8210520" cy="258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 Medium"/>
              </a:rPr>
              <a:t>Parth Jotangiya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 Medium"/>
              </a:rPr>
              <a:t>Jayendra Makvana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 Medium"/>
              </a:rPr>
              <a:t>Adnan Mansuri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 Medium"/>
              </a:rPr>
              <a:t>Hiten Parmar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 Medium"/>
              </a:rPr>
              <a:t>Rashmi Patel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 Medium"/>
              </a:rPr>
              <a:t>Hasti Kaneriya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 Medium"/>
              </a:rPr>
              <a:t>Bhavika Gamdha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Rectangle 4"/>
          <p:cNvSpPr/>
          <p:nvPr/>
        </p:nvSpPr>
        <p:spPr>
          <a:xfrm>
            <a:off x="335880" y="380880"/>
            <a:ext cx="11516400" cy="63144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115136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Rashmi Patel - Highlights of the work done in two weeks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0" name="Straight Connector 8"/>
          <p:cNvCxnSpPr/>
          <p:nvPr/>
        </p:nvCxnSpPr>
        <p:spPr>
          <a:xfrm>
            <a:off x="335880" y="6222960"/>
            <a:ext cx="11523600" cy="360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81" name="TextBox 12"/>
          <p:cNvSpPr/>
          <p:nvPr/>
        </p:nvSpPr>
        <p:spPr>
          <a:xfrm>
            <a:off x="326520" y="6380280"/>
            <a:ext cx="40608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Rectangle 7"/>
          <p:cNvSpPr/>
          <p:nvPr/>
        </p:nvSpPr>
        <p:spPr>
          <a:xfrm>
            <a:off x="335880" y="380880"/>
            <a:ext cx="109080" cy="63144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83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2960" cy="29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4" name="Subtitle 2"/>
          <p:cNvSpPr/>
          <p:nvPr/>
        </p:nvSpPr>
        <p:spPr>
          <a:xfrm>
            <a:off x="4835880" y="6443640"/>
            <a:ext cx="251640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5"/>
          <p:cNvSpPr/>
          <p:nvPr/>
        </p:nvSpPr>
        <p:spPr>
          <a:xfrm>
            <a:off x="448560" y="1015920"/>
            <a:ext cx="11403720" cy="64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2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Front end development of Hanwha Application: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Client App: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Implement the guage chart for capacity utilizatuion for people and vehicle for light and dark theme.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give the latest deployment to sandip for figma design for newly developed charts.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Replace the setup images for the newly added charts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Resolved the new notification reset issue when notification drawer is open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Resolved the unread notification count issue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understand the frontend code of alexa from Darshil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put the ID in all widget for open the widget from alexa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Replace nagative value to zero in zone wise utilization vehicle and people widget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Resolved multiselect design issue in Advance export widget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Setup for Alexa integration and testing for open widgets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Resolved the theme changing issueResolved tooltip css issue in belowed widget: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	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cumulative people count widget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	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blocked exit detection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	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vehicle in wrong direction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	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traffic jam by day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- Dark theme related changes for speed violation by vehicle chart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Rectangle 1"/>
          <p:cNvSpPr/>
          <p:nvPr/>
        </p:nvSpPr>
        <p:spPr>
          <a:xfrm>
            <a:off x="335880" y="380880"/>
            <a:ext cx="11516400" cy="63144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115136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Rashmi Patel - Highlights of the work done in two weeks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8" name="Straight Connector 1"/>
          <p:cNvCxnSpPr/>
          <p:nvPr/>
        </p:nvCxnSpPr>
        <p:spPr>
          <a:xfrm>
            <a:off x="335880" y="6222960"/>
            <a:ext cx="11523600" cy="360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89" name="TextBox 1"/>
          <p:cNvSpPr/>
          <p:nvPr/>
        </p:nvSpPr>
        <p:spPr>
          <a:xfrm>
            <a:off x="326520" y="6380280"/>
            <a:ext cx="407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Rectangle 2"/>
          <p:cNvSpPr/>
          <p:nvPr/>
        </p:nvSpPr>
        <p:spPr>
          <a:xfrm>
            <a:off x="335880" y="380880"/>
            <a:ext cx="109080" cy="63144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91" name="Picture 1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2960" cy="29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2" name="Subtitle 1"/>
          <p:cNvSpPr/>
          <p:nvPr/>
        </p:nvSpPr>
        <p:spPr>
          <a:xfrm>
            <a:off x="4835880" y="6443640"/>
            <a:ext cx="251640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2"/>
          <p:cNvSpPr/>
          <p:nvPr/>
        </p:nvSpPr>
        <p:spPr>
          <a:xfrm>
            <a:off x="448560" y="1015920"/>
            <a:ext cx="11403720" cy="48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2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Front end development of Hanwha Application: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Client App: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Implement the guage chart for capacity utilizatuion for people and vehicle for light and dark theme.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give the latest deployment to sandip for figma design for newly developed charts.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Replace the setup images for the newly added charts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Resolved the new notification reset issue when notification drawer is open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Resolved the unread notification count issue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understand the frontend code of alexa from Darshil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put the ID in all widget for open the widget from alexa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Replace nagative value to zero in zone wise utilization vehicle and people widget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Resolved multiselect design issue in Advance export widget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Setup for Alexa integration and testing for open widgets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Rectangle 3"/>
          <p:cNvSpPr/>
          <p:nvPr/>
        </p:nvSpPr>
        <p:spPr>
          <a:xfrm>
            <a:off x="335880" y="380880"/>
            <a:ext cx="11516400" cy="63144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115136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Rashmi Patel - Highlights of the work done in two weeks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6" name="Straight Connector 2"/>
          <p:cNvCxnSpPr/>
          <p:nvPr/>
        </p:nvCxnSpPr>
        <p:spPr>
          <a:xfrm>
            <a:off x="335880" y="6222960"/>
            <a:ext cx="11523600" cy="360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97" name="TextBox 4"/>
          <p:cNvSpPr/>
          <p:nvPr/>
        </p:nvSpPr>
        <p:spPr>
          <a:xfrm>
            <a:off x="326520" y="6380280"/>
            <a:ext cx="407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Rectangle 5"/>
          <p:cNvSpPr/>
          <p:nvPr/>
        </p:nvSpPr>
        <p:spPr>
          <a:xfrm>
            <a:off x="335880" y="380880"/>
            <a:ext cx="109080" cy="63144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99" name="Picture 2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2960" cy="29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0" name="Subtitle 3"/>
          <p:cNvSpPr/>
          <p:nvPr/>
        </p:nvSpPr>
        <p:spPr>
          <a:xfrm>
            <a:off x="4835880" y="6443640"/>
            <a:ext cx="251640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6"/>
          <p:cNvSpPr/>
          <p:nvPr/>
        </p:nvSpPr>
        <p:spPr>
          <a:xfrm>
            <a:off x="448560" y="1015920"/>
            <a:ext cx="11403720" cy="39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2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Front end development of Hanwha Application: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Client App: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Resolved the theme changing issueResolved tooltip css issue in belowed widget: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	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cumulative people count widget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	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blocked exit detection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	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vehicle in wrong direction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	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traffic jam by day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Dark theme related changes for speed violation by vehicle chart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Reviewed and verified the exported CSV files, API responses, and widget chart data.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Test the Monitoring screen 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Rectangle 4"/>
          <p:cNvSpPr/>
          <p:nvPr/>
        </p:nvSpPr>
        <p:spPr>
          <a:xfrm>
            <a:off x="335880" y="380880"/>
            <a:ext cx="11516400" cy="63144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1144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Rashmi Patel - Roadblocks / issues if any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4" name="Straight Connector 8"/>
          <p:cNvCxnSpPr/>
          <p:nvPr/>
        </p:nvCxnSpPr>
        <p:spPr>
          <a:xfrm>
            <a:off x="335880" y="6222960"/>
            <a:ext cx="11523600" cy="360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305" name="TextBox 12"/>
          <p:cNvSpPr/>
          <p:nvPr/>
        </p:nvSpPr>
        <p:spPr>
          <a:xfrm>
            <a:off x="326520" y="6380280"/>
            <a:ext cx="40608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Rectangle 7"/>
          <p:cNvSpPr/>
          <p:nvPr/>
        </p:nvSpPr>
        <p:spPr>
          <a:xfrm>
            <a:off x="335880" y="380880"/>
            <a:ext cx="109080" cy="63144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07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2960" cy="29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8" name="Subtitle 2"/>
          <p:cNvSpPr/>
          <p:nvPr/>
        </p:nvSpPr>
        <p:spPr>
          <a:xfrm>
            <a:off x="4835880" y="6443640"/>
            <a:ext cx="251640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3"/>
          <p:cNvSpPr/>
          <p:nvPr/>
        </p:nvSpPr>
        <p:spPr>
          <a:xfrm>
            <a:off x="448560" y="1236600"/>
            <a:ext cx="1140372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 have any point.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Rectangle 4"/>
          <p:cNvSpPr/>
          <p:nvPr/>
        </p:nvSpPr>
        <p:spPr>
          <a:xfrm>
            <a:off x="335880" y="380880"/>
            <a:ext cx="11516400" cy="63144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747504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Rashmi Patel - Improvement Points Identified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2" name="Straight Connector 8"/>
          <p:cNvCxnSpPr/>
          <p:nvPr/>
        </p:nvCxnSpPr>
        <p:spPr>
          <a:xfrm>
            <a:off x="335880" y="6222960"/>
            <a:ext cx="11523600" cy="360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313" name="TextBox 12"/>
          <p:cNvSpPr/>
          <p:nvPr/>
        </p:nvSpPr>
        <p:spPr>
          <a:xfrm>
            <a:off x="326520" y="6380280"/>
            <a:ext cx="40608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Rectangle 7"/>
          <p:cNvSpPr/>
          <p:nvPr/>
        </p:nvSpPr>
        <p:spPr>
          <a:xfrm>
            <a:off x="335880" y="380880"/>
            <a:ext cx="109080" cy="63144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15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2960" cy="29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6" name="Subtitle 2"/>
          <p:cNvSpPr/>
          <p:nvPr/>
        </p:nvSpPr>
        <p:spPr>
          <a:xfrm>
            <a:off x="4835880" y="6443640"/>
            <a:ext cx="251640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Box 5"/>
          <p:cNvSpPr/>
          <p:nvPr/>
        </p:nvSpPr>
        <p:spPr>
          <a:xfrm>
            <a:off x="448560" y="1235880"/>
            <a:ext cx="11403720" cy="92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Need to Improve communication skill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  <a:ea typeface="Roboto"/>
              </a:rPr>
              <a:t>Need to improve turn around time (TAT) on the each assigned task. So, that will be helpful for me to complete the responsibilities in timely manner. </a:t>
            </a:r>
            <a:r>
              <a:rPr b="0" lang="en-US" sz="1400" strike="noStrike" u="none">
                <a:solidFill>
                  <a:srgbClr val="ff0000"/>
                </a:solidFill>
                <a:effectLst/>
                <a:highlight>
                  <a:srgbClr val="ffff00"/>
                </a:highlight>
                <a:uFillTx/>
                <a:latin typeface="Calibri"/>
                <a:ea typeface="Roboto"/>
              </a:rPr>
              <a:t>Most Imp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  <a:ea typeface="Roboto"/>
              </a:rPr>
              <a:t>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Rectangle 4"/>
          <p:cNvSpPr/>
          <p:nvPr/>
        </p:nvSpPr>
        <p:spPr>
          <a:xfrm>
            <a:off x="335880" y="380880"/>
            <a:ext cx="11516400" cy="63144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115136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Rashmi Patel - Any New Problem Statement Seen / Identified * If any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0" name="Straight Connector 8"/>
          <p:cNvCxnSpPr/>
          <p:nvPr/>
        </p:nvCxnSpPr>
        <p:spPr>
          <a:xfrm>
            <a:off x="335880" y="6222960"/>
            <a:ext cx="11523600" cy="360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321" name="TextBox 12"/>
          <p:cNvSpPr/>
          <p:nvPr/>
        </p:nvSpPr>
        <p:spPr>
          <a:xfrm>
            <a:off x="326520" y="6380280"/>
            <a:ext cx="40608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Rectangle 7"/>
          <p:cNvSpPr/>
          <p:nvPr/>
        </p:nvSpPr>
        <p:spPr>
          <a:xfrm>
            <a:off x="335880" y="380880"/>
            <a:ext cx="109080" cy="63144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23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2960" cy="29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4" name="Subtitle 2"/>
          <p:cNvSpPr/>
          <p:nvPr/>
        </p:nvSpPr>
        <p:spPr>
          <a:xfrm>
            <a:off x="4835880" y="6443640"/>
            <a:ext cx="251640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5"/>
          <p:cNvSpPr/>
          <p:nvPr/>
        </p:nvSpPr>
        <p:spPr>
          <a:xfrm>
            <a:off x="448560" y="1264680"/>
            <a:ext cx="1106532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"/>
              </a:rPr>
              <a:t>There is no any problem statement identified yet.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Rectangle 4"/>
          <p:cNvSpPr/>
          <p:nvPr/>
        </p:nvSpPr>
        <p:spPr>
          <a:xfrm>
            <a:off x="335880" y="380880"/>
            <a:ext cx="11516400" cy="63144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082880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Rashmi Patel - Achievements/Extra mile of the week * if any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8" name="Straight Connector 8"/>
          <p:cNvCxnSpPr/>
          <p:nvPr/>
        </p:nvCxnSpPr>
        <p:spPr>
          <a:xfrm>
            <a:off x="335880" y="6222960"/>
            <a:ext cx="11523600" cy="360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329" name="TextBox 12"/>
          <p:cNvSpPr/>
          <p:nvPr/>
        </p:nvSpPr>
        <p:spPr>
          <a:xfrm>
            <a:off x="326520" y="6380280"/>
            <a:ext cx="40608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Rectangle 7"/>
          <p:cNvSpPr/>
          <p:nvPr/>
        </p:nvSpPr>
        <p:spPr>
          <a:xfrm>
            <a:off x="335880" y="380880"/>
            <a:ext cx="109080" cy="63144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31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2960" cy="29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2" name="Subtitle 2"/>
          <p:cNvSpPr/>
          <p:nvPr/>
        </p:nvSpPr>
        <p:spPr>
          <a:xfrm>
            <a:off x="4835880" y="6443640"/>
            <a:ext cx="251640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Box 5"/>
          <p:cNvSpPr/>
          <p:nvPr/>
        </p:nvSpPr>
        <p:spPr>
          <a:xfrm>
            <a:off x="448560" y="1198800"/>
            <a:ext cx="967068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Wingdings" charset="2"/>
              <a:buChar char="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There have been no achievements recorded in the last two weeks.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Picture 19" descr=""/>
          <p:cNvPicPr/>
          <p:nvPr/>
        </p:nvPicPr>
        <p:blipFill>
          <a:blip r:embed="rId1"/>
          <a:stretch/>
        </p:blipFill>
        <p:spPr>
          <a:xfrm>
            <a:off x="-18360" y="0"/>
            <a:ext cx="6676560" cy="6219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5" name="Picture 8" descr=""/>
          <p:cNvPicPr/>
          <p:nvPr/>
        </p:nvPicPr>
        <p:blipFill>
          <a:blip r:embed="rId2"/>
          <a:stretch/>
        </p:blipFill>
        <p:spPr>
          <a:xfrm>
            <a:off x="0" y="5079960"/>
            <a:ext cx="12188520" cy="177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457560" y="462960"/>
            <a:ext cx="5220000" cy="102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3000" spc="6" strike="noStrike" u="none">
                <a:solidFill>
                  <a:srgbClr val="65bb35"/>
                </a:solidFill>
                <a:effectLst/>
                <a:uFillTx/>
                <a:latin typeface="Roboto"/>
                <a:ea typeface="Roboto"/>
              </a:rPr>
              <a:t>Thank You For </a:t>
            </a:r>
            <a:br>
              <a:rPr sz="3000"/>
            </a:br>
            <a:r>
              <a:rPr b="1" lang="en-US" sz="3000" spc="6" strike="noStrike" u="none">
                <a:solidFill>
                  <a:srgbClr val="65bb35"/>
                </a:solidFill>
                <a:effectLst/>
                <a:uFillTx/>
                <a:latin typeface="Roboto"/>
                <a:ea typeface="Roboto"/>
              </a:rPr>
              <a:t>Your Time &amp; Attention!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 type="subTitle"/>
          </p:nvPr>
        </p:nvSpPr>
        <p:spPr>
          <a:xfrm>
            <a:off x="457560" y="1756080"/>
            <a:ext cx="5220000" cy="69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indent="0" defTabSz="914400"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600" spc="6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Looking forward to having a mutually beneficial association! Assuring you of our best services always!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8" name="Straight Connector 6"/>
          <p:cNvCxnSpPr/>
          <p:nvPr/>
        </p:nvCxnSpPr>
        <p:spPr>
          <a:xfrm>
            <a:off x="524880" y="1622160"/>
            <a:ext cx="4323960" cy="3600"/>
          </a:xfrm>
          <a:prstGeom prst="straightConnector1">
            <a:avLst/>
          </a:prstGeom>
          <a:ln w="25400">
            <a:solidFill>
              <a:srgbClr val="65bb35"/>
            </a:solidFill>
            <a:round/>
          </a:ln>
        </p:spPr>
      </p:cxnSp>
      <p:cxnSp>
        <p:nvCxnSpPr>
          <p:cNvPr id="339" name="Straight Connector 5"/>
          <p:cNvCxnSpPr/>
          <p:nvPr/>
        </p:nvCxnSpPr>
        <p:spPr>
          <a:xfrm>
            <a:off x="335880" y="6301080"/>
            <a:ext cx="11523600" cy="3600"/>
          </a:xfrm>
          <a:prstGeom prst="straightConnector1">
            <a:avLst/>
          </a:prstGeom>
          <a:ln w="12700">
            <a:solidFill>
              <a:srgbClr val="d9d9d9">
                <a:alpha val="70000"/>
              </a:srgbClr>
            </a:solidFill>
            <a:round/>
          </a:ln>
        </p:spPr>
      </p:cxnSp>
      <p:sp>
        <p:nvSpPr>
          <p:cNvPr id="340" name="TextBox 9"/>
          <p:cNvSpPr/>
          <p:nvPr/>
        </p:nvSpPr>
        <p:spPr>
          <a:xfrm>
            <a:off x="147960" y="6384600"/>
            <a:ext cx="385740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"/>
                <a:ea typeface="Roboto"/>
              </a:rPr>
              <a:t>© 2023 SPEC INDIA. All Rights Reserved.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ubtitle 2"/>
          <p:cNvSpPr/>
          <p:nvPr/>
        </p:nvSpPr>
        <p:spPr>
          <a:xfrm>
            <a:off x="457560" y="2609640"/>
            <a:ext cx="233748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400" spc="6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Visit us at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6" strike="noStrike" u="sng">
                <a:solidFill>
                  <a:srgbClr val="0563c1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r>
              <a:rPr b="0" lang="en-US" sz="1400" spc="6" strike="noStrike" u="sng">
                <a:solidFill>
                  <a:srgbClr val="0563c1"/>
                </a:solidFill>
                <a:effectLst/>
                <a:uFillTx/>
                <a:latin typeface="Roboto"/>
                <a:ea typeface="Roboto"/>
                <a:hlinkClick r:id="rId4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ubtitle 2"/>
          <p:cNvSpPr/>
          <p:nvPr/>
        </p:nvSpPr>
        <p:spPr>
          <a:xfrm>
            <a:off x="2798640" y="2609640"/>
            <a:ext cx="233748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400" spc="6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Write to us 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6" strike="noStrike" u="sng">
                <a:solidFill>
                  <a:srgbClr val="0563c1"/>
                </a:solidFill>
                <a:effectLst/>
                <a:uFillTx/>
                <a:latin typeface="Roboto"/>
                <a:ea typeface="Roboto"/>
                <a:hlinkClick r:id="rId5"/>
              </a:rPr>
              <a:t>lead@spec-india.com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ubtitle 2"/>
          <p:cNvSpPr/>
          <p:nvPr/>
        </p:nvSpPr>
        <p:spPr>
          <a:xfrm>
            <a:off x="7244280" y="796680"/>
            <a:ext cx="369648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600" spc="6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India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ubtitle 2"/>
          <p:cNvSpPr/>
          <p:nvPr/>
        </p:nvSpPr>
        <p:spPr>
          <a:xfrm>
            <a:off x="7581240" y="1292040"/>
            <a:ext cx="36964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/>
                </a:solidFill>
                <a:effectLst/>
                <a:uFillTx/>
                <a:latin typeface="Roboto"/>
                <a:ea typeface="Roboto"/>
                <a:hlinkClick r:id="rId6"/>
              </a:rPr>
              <a:t>lead@spec-india.com</a:t>
            </a:r>
            <a:r>
              <a:rPr b="0" lang="en-US" sz="1400" spc="6" strike="noStrike" u="sng">
                <a:solidFill>
                  <a:schemeClr val="lt1"/>
                </a:solidFill>
                <a:effectLst/>
                <a:uFillTx/>
                <a:latin typeface="Roboto"/>
                <a:ea typeface="Roboto"/>
                <a:hlinkClick r:id="rId7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ubtitle 2"/>
          <p:cNvSpPr/>
          <p:nvPr/>
        </p:nvSpPr>
        <p:spPr>
          <a:xfrm>
            <a:off x="7581240" y="1687680"/>
            <a:ext cx="36964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+91-79-26404031 to 34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ubtitle 2"/>
          <p:cNvSpPr/>
          <p:nvPr/>
        </p:nvSpPr>
        <p:spPr>
          <a:xfrm>
            <a:off x="7581240" y="2083320"/>
            <a:ext cx="369648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SPEC House”, Parth Complex,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Near Swastik Cross Roads, Navarangpura, Ahmedabad 380009, INDIA.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7" name="Straight Connector 12"/>
          <p:cNvCxnSpPr/>
          <p:nvPr/>
        </p:nvCxnSpPr>
        <p:spPr>
          <a:xfrm>
            <a:off x="7326720" y="1179720"/>
            <a:ext cx="3071880" cy="3600"/>
          </a:xfrm>
          <a:prstGeom prst="straightConnector1">
            <a:avLst/>
          </a:prstGeom>
          <a:ln w="12700">
            <a:solidFill>
              <a:srgbClr val="0b334c"/>
            </a:solidFill>
            <a:round/>
          </a:ln>
        </p:spPr>
      </p:cxnSp>
      <p:pic>
        <p:nvPicPr>
          <p:cNvPr id="348" name="Picture 16" descr=""/>
          <p:cNvPicPr/>
          <p:nvPr/>
        </p:nvPicPr>
        <p:blipFill>
          <a:blip r:embed="rId8"/>
          <a:stretch/>
        </p:blipFill>
        <p:spPr>
          <a:xfrm>
            <a:off x="7326720" y="133164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9" name="Picture 17" descr=""/>
          <p:cNvPicPr/>
          <p:nvPr/>
        </p:nvPicPr>
        <p:blipFill>
          <a:blip r:embed="rId9"/>
          <a:stretch/>
        </p:blipFill>
        <p:spPr>
          <a:xfrm>
            <a:off x="7326720" y="172728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0" name="Picture 18" descr=""/>
          <p:cNvPicPr/>
          <p:nvPr/>
        </p:nvPicPr>
        <p:blipFill>
          <a:blip r:embed="rId10"/>
          <a:stretch/>
        </p:blipFill>
        <p:spPr>
          <a:xfrm>
            <a:off x="7328520" y="212292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1" name="Subtitle 2"/>
          <p:cNvSpPr/>
          <p:nvPr/>
        </p:nvSpPr>
        <p:spPr>
          <a:xfrm>
            <a:off x="7244280" y="2842200"/>
            <a:ext cx="369648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600" spc="6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USA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ubtitle 2"/>
          <p:cNvSpPr/>
          <p:nvPr/>
        </p:nvSpPr>
        <p:spPr>
          <a:xfrm>
            <a:off x="7581240" y="3337560"/>
            <a:ext cx="36964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/>
                </a:solidFill>
                <a:effectLst/>
                <a:uFillTx/>
                <a:latin typeface="Roboto"/>
                <a:ea typeface="Roboto"/>
                <a:hlinkClick r:id="rId11"/>
              </a:rPr>
              <a:t>lead@spec-usa.net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ubtitle 2"/>
          <p:cNvSpPr/>
          <p:nvPr/>
        </p:nvSpPr>
        <p:spPr>
          <a:xfrm>
            <a:off x="7581240" y="3733200"/>
            <a:ext cx="36964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+ 1 908-450-9862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ubtitle 2"/>
          <p:cNvSpPr/>
          <p:nvPr/>
        </p:nvSpPr>
        <p:spPr>
          <a:xfrm>
            <a:off x="7581240" y="4128480"/>
            <a:ext cx="36964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SPEC Partner”, 350 Grove Street, Bridgewater, NJ 08807, United States.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55" name="Straight Connector 24"/>
          <p:cNvCxnSpPr/>
          <p:nvPr/>
        </p:nvCxnSpPr>
        <p:spPr>
          <a:xfrm>
            <a:off x="7326720" y="3224880"/>
            <a:ext cx="3071880" cy="3600"/>
          </a:xfrm>
          <a:prstGeom prst="straightConnector1">
            <a:avLst/>
          </a:prstGeom>
          <a:ln w="12700">
            <a:solidFill>
              <a:srgbClr val="0b334c"/>
            </a:solidFill>
            <a:round/>
          </a:ln>
        </p:spPr>
      </p:cxnSp>
      <p:pic>
        <p:nvPicPr>
          <p:cNvPr id="356" name="Picture 25" descr=""/>
          <p:cNvPicPr/>
          <p:nvPr/>
        </p:nvPicPr>
        <p:blipFill>
          <a:blip r:embed="rId12"/>
          <a:stretch/>
        </p:blipFill>
        <p:spPr>
          <a:xfrm>
            <a:off x="7326720" y="337716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7" name="Picture 26" descr=""/>
          <p:cNvPicPr/>
          <p:nvPr/>
        </p:nvPicPr>
        <p:blipFill>
          <a:blip r:embed="rId13"/>
          <a:stretch/>
        </p:blipFill>
        <p:spPr>
          <a:xfrm>
            <a:off x="7326720" y="377244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8" name="Picture 27" descr=""/>
          <p:cNvPicPr/>
          <p:nvPr/>
        </p:nvPicPr>
        <p:blipFill>
          <a:blip r:embed="rId14"/>
          <a:stretch/>
        </p:blipFill>
        <p:spPr>
          <a:xfrm>
            <a:off x="7328520" y="416808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9" name="Picture 39" descr="Logo&#10;&#10;Description automatically generated">
            <a:hlinkClick r:id="rId15"/>
          </p:cNvPr>
          <p:cNvPicPr/>
          <p:nvPr/>
        </p:nvPicPr>
        <p:blipFill>
          <a:blip r:embed="rId16"/>
          <a:stretch/>
        </p:blipFill>
        <p:spPr>
          <a:xfrm>
            <a:off x="2600280" y="5526000"/>
            <a:ext cx="878400" cy="248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0" name="Picture 41" descr="A picture containing text, clipart&#10;&#10;Description automatically generated">
            <a:hlinkClick r:id="rId17"/>
          </p:cNvPr>
          <p:cNvPicPr/>
          <p:nvPr/>
        </p:nvPicPr>
        <p:blipFill>
          <a:blip r:embed="rId18"/>
          <a:stretch/>
        </p:blipFill>
        <p:spPr>
          <a:xfrm>
            <a:off x="3831120" y="5544000"/>
            <a:ext cx="1508400" cy="212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1" name="Picture 43" descr="A picture containing text, clipart&#10;&#10;Description automatically generated">
            <a:hlinkClick r:id="rId19"/>
          </p:cNvPr>
          <p:cNvPicPr/>
          <p:nvPr/>
        </p:nvPicPr>
        <p:blipFill>
          <a:blip r:embed="rId20"/>
          <a:stretch/>
        </p:blipFill>
        <p:spPr>
          <a:xfrm>
            <a:off x="5692320" y="5526000"/>
            <a:ext cx="762840" cy="248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2" name="Picture 45" descr="A picture containing text, clipart&#10;&#10;Description automatically generated">
            <a:hlinkClick r:id="rId21"/>
          </p:cNvPr>
          <p:cNvPicPr/>
          <p:nvPr/>
        </p:nvPicPr>
        <p:blipFill>
          <a:blip r:embed="rId22"/>
          <a:stretch/>
        </p:blipFill>
        <p:spPr>
          <a:xfrm>
            <a:off x="6807960" y="5526000"/>
            <a:ext cx="1279440" cy="248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3" name="Picture 47" descr="A picture containing text, transport, clipart, wheel&#10;&#10;Description automatically generated">
            <a:hlinkClick r:id="rId23"/>
          </p:cNvPr>
          <p:cNvPicPr/>
          <p:nvPr/>
        </p:nvPicPr>
        <p:blipFill>
          <a:blip r:embed="rId24"/>
          <a:stretch/>
        </p:blipFill>
        <p:spPr>
          <a:xfrm>
            <a:off x="8439840" y="5544000"/>
            <a:ext cx="1148400" cy="212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4" name="Picture 13" descr="Shape&#10;&#10;Description automatically generated">
            <a:hlinkClick r:id="rId25"/>
          </p:cNvPr>
          <p:cNvPicPr/>
          <p:nvPr/>
        </p:nvPicPr>
        <p:blipFill>
          <a:blip r:embed="rId26"/>
          <a:stretch/>
        </p:blipFill>
        <p:spPr>
          <a:xfrm>
            <a:off x="11627280" y="642924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5" name="Picture 29" descr="A picture containing clipart&#10;&#10;Description automatically generated">
            <a:hlinkClick r:id="rId27"/>
          </p:cNvPr>
          <p:cNvPicPr/>
          <p:nvPr/>
        </p:nvPicPr>
        <p:blipFill>
          <a:blip r:embed="rId28"/>
          <a:stretch/>
        </p:blipFill>
        <p:spPr>
          <a:xfrm>
            <a:off x="11257560" y="642924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6" name="Picture 31" descr="A picture containing text, clipart&#10;&#10;Description automatically generated">
            <a:hlinkClick r:id="rId29"/>
          </p:cNvPr>
          <p:cNvPicPr/>
          <p:nvPr/>
        </p:nvPicPr>
        <p:blipFill>
          <a:blip r:embed="rId30"/>
          <a:stretch/>
        </p:blipFill>
        <p:spPr>
          <a:xfrm>
            <a:off x="9777600" y="642924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7" name="Picture 35" descr="A picture containing text, clipart&#10;&#10;Description automatically generated">
            <a:hlinkClick r:id="rId31"/>
          </p:cNvPr>
          <p:cNvPicPr/>
          <p:nvPr/>
        </p:nvPicPr>
        <p:blipFill>
          <a:blip r:embed="rId32"/>
          <a:stretch/>
        </p:blipFill>
        <p:spPr>
          <a:xfrm>
            <a:off x="10147320" y="642924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8" name="Picture 37" descr="A picture containing clipart&#10;&#10;Description automatically generated">
            <a:hlinkClick r:id="rId33"/>
          </p:cNvPr>
          <p:cNvPicPr/>
          <p:nvPr/>
        </p:nvPicPr>
        <p:blipFill>
          <a:blip r:embed="rId34"/>
          <a:stretch/>
        </p:blipFill>
        <p:spPr>
          <a:xfrm>
            <a:off x="10517400" y="642924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9" name="Picture 40" descr="A picture containing text, clipart&#10;&#10;Description automatically generated"/>
          <p:cNvPicPr/>
          <p:nvPr/>
        </p:nvPicPr>
        <p:blipFill>
          <a:blip r:embed="rId35"/>
          <a:stretch/>
        </p:blipFill>
        <p:spPr>
          <a:xfrm>
            <a:off x="6960240" y="5863680"/>
            <a:ext cx="974160" cy="14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0" name="Picture 44" descr="A picture containing text, clipart&#10;&#10;Description automatically generated"/>
          <p:cNvPicPr/>
          <p:nvPr/>
        </p:nvPicPr>
        <p:blipFill>
          <a:blip r:embed="rId36"/>
          <a:stretch/>
        </p:blipFill>
        <p:spPr>
          <a:xfrm>
            <a:off x="8526960" y="5851440"/>
            <a:ext cx="974160" cy="14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1" name="Picture 46" descr="A picture containing text, clipart&#10;&#10;Description automatically generated"/>
          <p:cNvPicPr/>
          <p:nvPr/>
        </p:nvPicPr>
        <p:blipFill>
          <a:blip r:embed="rId37"/>
          <a:stretch/>
        </p:blipFill>
        <p:spPr>
          <a:xfrm>
            <a:off x="5586480" y="5851440"/>
            <a:ext cx="974160" cy="14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2" name="Picture 49" descr="A picture containing text, clipart&#10;&#10;Description automatically generated"/>
          <p:cNvPicPr/>
          <p:nvPr/>
        </p:nvPicPr>
        <p:blipFill>
          <a:blip r:embed="rId38"/>
          <a:stretch/>
        </p:blipFill>
        <p:spPr>
          <a:xfrm>
            <a:off x="4098240" y="5863680"/>
            <a:ext cx="974160" cy="14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3" name="Picture 50" descr="A picture containing text, clipart&#10;&#10;Description automatically generated"/>
          <p:cNvPicPr/>
          <p:nvPr/>
        </p:nvPicPr>
        <p:blipFill>
          <a:blip r:embed="rId39"/>
          <a:stretch/>
        </p:blipFill>
        <p:spPr>
          <a:xfrm>
            <a:off x="2580480" y="5858280"/>
            <a:ext cx="974160" cy="14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4" name="Picture 52" descr="A picture containing text, clipart&#10;&#10;Description automatically generated">
            <a:hlinkClick r:id="rId40"/>
          </p:cNvPr>
          <p:cNvPicPr/>
          <p:nvPr/>
        </p:nvPicPr>
        <p:blipFill>
          <a:blip r:embed="rId41"/>
          <a:stretch/>
        </p:blipFill>
        <p:spPr>
          <a:xfrm>
            <a:off x="10887480" y="6428520"/>
            <a:ext cx="225000" cy="2250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75" name="Straight Connector 58"/>
          <p:cNvCxnSpPr/>
          <p:nvPr/>
        </p:nvCxnSpPr>
        <p:spPr>
          <a:xfrm>
            <a:off x="2580120" y="2716200"/>
            <a:ext cx="3600" cy="523440"/>
          </a:xfrm>
          <a:prstGeom prst="straightConnector1">
            <a:avLst/>
          </a:prstGeom>
          <a:ln w="0">
            <a:solidFill>
              <a:srgbClr val="e8e8eb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</TotalTime>
  <Application>LibreOffice/25.2.5.2$Windows_X86_64 LibreOffice_project/03d19516eb2e1dd5d4ccd751a0d6f35f35e08022</Application>
  <AppVersion>15.0000</AppVersion>
  <Words>1843</Words>
  <Paragraphs>95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2023-01-02T08:33:00Z</dcterms:created>
  <dc:creator>Amar Chuhan</dc:creator>
  <dc:description/>
  <dc:language>en-US</dc:language>
  <cp:lastModifiedBy/>
  <dcterms:modified xsi:type="dcterms:W3CDTF">2025-08-22T11:38:18Z</dcterms:modified>
  <cp:revision>547</cp:revision>
  <dc:subject/>
  <dc:title>As Your IT Partner  We Have The Right SPEC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76030A7711084D6A9EBC293995FA41FD</vt:lpwstr>
  </property>
  <property fmtid="{D5CDD505-2E9C-101B-9397-08002B2CF9AE}" pid="3" name="KSOProductBuildVer">
    <vt:lpwstr>1033-11.2.0.11440</vt:lpwstr>
  </property>
  <property fmtid="{D5CDD505-2E9C-101B-9397-08002B2CF9AE}" pid="4" name="PresentationFormat">
    <vt:lpwstr>Widescreen</vt:lpwstr>
  </property>
  <property fmtid="{D5CDD505-2E9C-101B-9397-08002B2CF9AE}" pid="5" name="Slides">
    <vt:i4>8</vt:i4>
  </property>
</Properties>
</file>