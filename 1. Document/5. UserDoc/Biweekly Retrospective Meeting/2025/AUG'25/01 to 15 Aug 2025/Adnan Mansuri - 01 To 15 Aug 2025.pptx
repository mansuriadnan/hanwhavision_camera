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3"/>
    <p:sldId id="285" r:id="rId4"/>
    <p:sldId id="286" r:id="rId5"/>
    <p:sldId id="289" r:id="rId6"/>
    <p:sldId id="291" r:id="rId7"/>
    <p:sldId id="290" r:id="rId8"/>
    <p:sldId id="292" r:id="rId9"/>
    <p:sldId id="28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4BD"/>
    <a:srgbClr val="1985BF"/>
    <a:srgbClr val="5B447C"/>
    <a:srgbClr val="65BB35"/>
    <a:srgbClr val="0B334C"/>
    <a:srgbClr val="E8E8EB"/>
    <a:srgbClr val="046067"/>
    <a:srgbClr val="FF693A"/>
    <a:srgbClr val="FFC200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67"/>
    <p:restoredTop sz="94082"/>
  </p:normalViewPr>
  <p:slideViewPr>
    <p:cSldViewPr snapToGrid="0" snapToObjects="1" showGuides="1">
      <p:cViewPr varScale="1">
        <p:scale>
          <a:sx n="104" d="100"/>
          <a:sy n="104" d="100"/>
        </p:scale>
        <p:origin x="106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B5163-9B59-9641-9D3D-D468DD839B4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C5864-3DE2-4443-B533-31B844D2AD2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hyperlink" Target="http://www.spec-india.com/" TargetMode="External"/><Relationship Id="rId4" Type="http://schemas.openxmlformats.org/officeDocument/2006/relationships/image" Target="../media/image4.emf"/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hyperlink" Target="https://clutch.co/profile/spec-india" TargetMode="External"/><Relationship Id="rId8" Type="http://schemas.openxmlformats.org/officeDocument/2006/relationships/hyperlink" Target="mailto:lead@spec-usa.net" TargetMode="External"/><Relationship Id="rId7" Type="http://schemas.openxmlformats.org/officeDocument/2006/relationships/image" Target="../media/image8.emf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hyperlink" Target="mailto:lead@spec-india.com" TargetMode="External"/><Relationship Id="rId33" Type="http://schemas.openxmlformats.org/officeDocument/2006/relationships/slideLayout" Target="../slideLayouts/slideLayout1.xml"/><Relationship Id="rId32" Type="http://schemas.openxmlformats.org/officeDocument/2006/relationships/image" Target="../media/image21.png"/><Relationship Id="rId31" Type="http://schemas.openxmlformats.org/officeDocument/2006/relationships/hyperlink" Target="https://www.instagram.com/spec_india" TargetMode="External"/><Relationship Id="rId30" Type="http://schemas.openxmlformats.org/officeDocument/2006/relationships/image" Target="../media/image20.png"/><Relationship Id="rId3" Type="http://schemas.openxmlformats.org/officeDocument/2006/relationships/hyperlink" Target="http://www.spec-india.com/" TargetMode="External"/><Relationship Id="rId29" Type="http://schemas.openxmlformats.org/officeDocument/2006/relationships/image" Target="../media/image19.png"/><Relationship Id="rId28" Type="http://schemas.openxmlformats.org/officeDocument/2006/relationships/image" Target="../media/image18.png"/><Relationship Id="rId27" Type="http://schemas.openxmlformats.org/officeDocument/2006/relationships/hyperlink" Target="https://twitter.com/infospec_india" TargetMode="External"/><Relationship Id="rId26" Type="http://schemas.openxmlformats.org/officeDocument/2006/relationships/image" Target="../media/image17.png"/><Relationship Id="rId25" Type="http://schemas.openxmlformats.org/officeDocument/2006/relationships/hyperlink" Target="https://www.linkedin.com/company/spec-india/mycompany/" TargetMode="External"/><Relationship Id="rId24" Type="http://schemas.openxmlformats.org/officeDocument/2006/relationships/image" Target="../media/image16.png"/><Relationship Id="rId23" Type="http://schemas.openxmlformats.org/officeDocument/2006/relationships/hyperlink" Target="https://www.facebook.com/SPECINDIA.IT" TargetMode="External"/><Relationship Id="rId22" Type="http://schemas.openxmlformats.org/officeDocument/2006/relationships/image" Target="../media/image15.png"/><Relationship Id="rId21" Type="http://schemas.openxmlformats.org/officeDocument/2006/relationships/hyperlink" Target="https://dribbble.com/specindia" TargetMode="External"/><Relationship Id="rId20" Type="http://schemas.openxmlformats.org/officeDocument/2006/relationships/image" Target="../media/image14.png"/><Relationship Id="rId2" Type="http://schemas.openxmlformats.org/officeDocument/2006/relationships/image" Target="../media/image2.emf"/><Relationship Id="rId19" Type="http://schemas.openxmlformats.org/officeDocument/2006/relationships/hyperlink" Target="https://www.behance.net/specindia" TargetMode="External"/><Relationship Id="rId18" Type="http://schemas.openxmlformats.org/officeDocument/2006/relationships/image" Target="../media/image13.png"/><Relationship Id="rId17" Type="http://schemas.openxmlformats.org/officeDocument/2006/relationships/hyperlink" Target="https://www.glassdoor.co.in/Reviews/SPEC-INDIA-Reviews-E688018.htm" TargetMode="External"/><Relationship Id="rId16" Type="http://schemas.openxmlformats.org/officeDocument/2006/relationships/image" Target="../media/image12.png"/><Relationship Id="rId15" Type="http://schemas.openxmlformats.org/officeDocument/2006/relationships/hyperlink" Target="https://www.ambitionbox.com/reviews/spec-india-reviews" TargetMode="External"/><Relationship Id="rId14" Type="http://schemas.openxmlformats.org/officeDocument/2006/relationships/image" Target="../media/image11.png"/><Relationship Id="rId13" Type="http://schemas.openxmlformats.org/officeDocument/2006/relationships/hyperlink" Target="https://g.page/r/CRApINeFYBWKEAE" TargetMode="External"/><Relationship Id="rId12" Type="http://schemas.openxmlformats.org/officeDocument/2006/relationships/image" Target="../media/image10.png"/><Relationship Id="rId11" Type="http://schemas.openxmlformats.org/officeDocument/2006/relationships/hyperlink" Target="https://www.goodfirms.co/company/spec-india" TargetMode="External"/><Relationship Id="rId10" Type="http://schemas.openxmlformats.org/officeDocument/2006/relationships/image" Target="../media/image9.png"/><Relationship Id="rId1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" y="2032001"/>
            <a:ext cx="12191997" cy="4825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31" y="1778001"/>
            <a:ext cx="4807733" cy="965198"/>
          </a:xfrm>
        </p:spPr>
        <p:txBody>
          <a:bodyPr>
            <a:noAutofit/>
          </a:bodyPr>
          <a:lstStyle/>
          <a:p>
            <a:pPr algn="l"/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Hanwha Vision </a:t>
            </a:r>
            <a:b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IN" alt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01st</a:t>
            </a: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N" alt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Aug</a:t>
            </a: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’25 – </a:t>
            </a:r>
            <a:r>
              <a:rPr lang="en-IN" alt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15th Aug</a:t>
            </a: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’25</a:t>
            </a:r>
            <a:endParaRPr lang="en-US" sz="3000" b="1" spc="1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364632" y="2859801"/>
            <a:ext cx="495300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2624" y="377146"/>
            <a:ext cx="2171700" cy="1016000"/>
          </a:xfrm>
          <a:prstGeom prst="rect">
            <a:avLst/>
          </a:prstGeom>
        </p:spPr>
      </p:pic>
      <p:pic>
        <p:nvPicPr>
          <p:cNvPr id="5" name="Picture 4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933" y="611135"/>
            <a:ext cx="1778000" cy="533400"/>
          </a:xfrm>
          <a:prstGeom prst="rect">
            <a:avLst/>
          </a:prstGeom>
        </p:spPr>
      </p:pic>
      <p:sp>
        <p:nvSpPr>
          <p:cNvPr id="3" name="Title 1"/>
          <p:cNvSpPr txBox="1"/>
          <p:nvPr/>
        </p:nvSpPr>
        <p:spPr>
          <a:xfrm>
            <a:off x="3435927" y="2920993"/>
            <a:ext cx="1941085" cy="3810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spc="10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</a:t>
            </a:r>
            <a:endParaRPr lang="en-US" sz="2000" b="1" spc="10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Meeting Participants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70631"/>
            <a:ext cx="8214199" cy="260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Parth Jotangiya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Jayendra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Makvana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Adnan Mansuri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Hiten Parmar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Rashmi Patel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Hasti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Kaneriya</a:t>
            </a:r>
            <a:endParaRPr lang="en-US" b="1" dirty="0" err="1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  <a:sym typeface="+mn-ea"/>
              </a:rPr>
              <a:t>Bhavika Rafaliya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Highlights of the work done in two weeks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5713" y="1018937"/>
            <a:ext cx="11407266" cy="415417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1600" spc="-1" dirty="0">
                <a:solidFill>
                  <a:srgbClr val="000000"/>
                </a:solidFill>
                <a:latin typeface="Calibri" panose="020F0502020204030204"/>
              </a:rPr>
              <a:t>Started </a:t>
            </a: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working on SSL certificate R&amp;D.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Created a new method to upload and configure it on IIS.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Tested the SSL certificate on IIS for the published website.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Working on passing the widget name based on the chart name.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Passing the widget name dynamically into the Excel file.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Exclude 'Super Admin' and 'System Admin' from user count when uploading a new license.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Made some API changes for exporting the CSV file.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Updated the "New vs Total Visitor" and "Vehicle by Type" widgets.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Change into the return the data which is return current local time.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Discussed tasks with team members.</a:t>
            </a:r>
            <a:br>
              <a:rPr sz="1600" spc="-1" dirty="0">
                <a:solidFill>
                  <a:srgbClr val="000000"/>
                </a:solidFill>
                <a:latin typeface="Calibri" panose="020F0502020204030204"/>
              </a:rPr>
            </a:br>
            <a:endParaRPr sz="1600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532302"/>
            <a:ext cx="11148289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Roadblocks / issues if any 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8733" y="1236555"/>
            <a:ext cx="11407266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b="0" strike="noStrike" spc="-1" dirty="0">
                <a:solidFill>
                  <a:srgbClr val="000000"/>
                </a:solidFill>
                <a:ea typeface="Roboto"/>
              </a:rPr>
              <a:t>Not have any point</a:t>
            </a:r>
            <a:r>
              <a:rPr lang="en-US" sz="1400" dirty="0">
                <a:ea typeface="Roboto" panose="02000000000000000000" pitchFamily="2" charset="0"/>
                <a:cs typeface="Arial" panose="020B0604020202020204" pitchFamily="34" charset="0"/>
              </a:rPr>
              <a:t>.</a:t>
            </a:r>
            <a:endParaRPr lang="en-US" sz="1400" b="1" dirty="0">
              <a:solidFill>
                <a:srgbClr val="FF0000"/>
              </a:solidFill>
              <a:highlight>
                <a:srgbClr val="FFFF00"/>
              </a:highlight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Improvement Points Identified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35914"/>
            <a:ext cx="11407267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b="0" strike="noStrike" spc="-1" dirty="0">
                <a:solidFill>
                  <a:srgbClr val="000000"/>
                </a:solidFill>
                <a:latin typeface="Calibri" panose="020F0502020204030204"/>
                <a:ea typeface="DejaVu Sans" panose="020B0603030804020204"/>
              </a:rPr>
              <a:t>I will improve communication and properly understand the client's requirements</a:t>
            </a: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en-US" sz="1400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Any New Problem Statement Seen / Identified * If any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64590"/>
            <a:ext cx="11069012" cy="349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There is no any problem statement identified yet.</a:t>
            </a:r>
            <a:endParaRPr lang="en-US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532302"/>
            <a:ext cx="10832351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Achievements/Extra mile of the week * if any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198913"/>
            <a:ext cx="9674322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r>
              <a:rPr lang="en-US" sz="1400" dirty="0"/>
              <a:t>There have been no achievements recorded in the first weeks of </a:t>
            </a:r>
            <a:r>
              <a:rPr lang="en-IN" altLang="en-US" sz="1400" dirty="0"/>
              <a:t>Aug </a:t>
            </a:r>
            <a:r>
              <a:rPr lang="en-US" sz="1400" dirty="0"/>
              <a:t>2025.</a:t>
            </a:r>
            <a:endParaRPr lang="en-US" altLang="en-IN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675" y="462989"/>
            <a:ext cx="5223457" cy="103169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 For </a:t>
            </a:r>
            <a:b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 Time &amp; Attention!</a:t>
            </a:r>
            <a:endParaRPr lang="en-US" sz="3000" b="1" spc="10" dirty="0">
              <a:solidFill>
                <a:srgbClr val="65BB35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675" y="1755910"/>
            <a:ext cx="5223457" cy="697921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Looking forward to having a mutually beneficial association! Assuring you of our best services always!</a:t>
            </a:r>
            <a:endParaRPr lang="en-US" sz="1600" spc="1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524933" y="1622274"/>
            <a:ext cx="4320335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36000" y="6301416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6000" y="6384714"/>
            <a:ext cx="3485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2023 SPEC INDIA. All Rights Reserved.</a:t>
            </a:r>
            <a:endParaRPr lang="en-US" sz="1400" spc="10" dirty="0">
              <a:solidFill>
                <a:schemeClr val="bg1">
                  <a:lumMod val="9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Subtitle 2"/>
          <p:cNvSpPr txBox="1"/>
          <p:nvPr/>
        </p:nvSpPr>
        <p:spPr>
          <a:xfrm>
            <a:off x="457677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Visit us at </a:t>
            </a:r>
            <a:endParaRPr lang="en-US" sz="14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 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Subtitle 2"/>
          <p:cNvSpPr txBox="1"/>
          <p:nvPr/>
        </p:nvSpPr>
        <p:spPr>
          <a:xfrm>
            <a:off x="2798709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Write to us at</a:t>
            </a:r>
            <a:endParaRPr lang="en-US" sz="14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lead@spec-india.com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7244318" y="796759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India</a:t>
            </a:r>
            <a:endParaRPr lang="en-US" sz="16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Subtitle 2"/>
          <p:cNvSpPr txBox="1"/>
          <p:nvPr/>
        </p:nvSpPr>
        <p:spPr>
          <a:xfrm>
            <a:off x="7581200" y="1292033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lead@spec-india.com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 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Subtitle 2"/>
          <p:cNvSpPr txBox="1"/>
          <p:nvPr/>
        </p:nvSpPr>
        <p:spPr>
          <a:xfrm>
            <a:off x="7581200" y="1687659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+91-79-26404031 to 34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Subtitle 2"/>
          <p:cNvSpPr txBox="1"/>
          <p:nvPr/>
        </p:nvSpPr>
        <p:spPr>
          <a:xfrm>
            <a:off x="7581200" y="2083285"/>
            <a:ext cx="3700132" cy="73866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House”,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Complex,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Near Swastik Cross Roads,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Navarangpura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Ahmedabad 380009, INDIA.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7326788" y="1179749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788" y="1331621"/>
            <a:ext cx="228600" cy="2286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1727247"/>
            <a:ext cx="228600" cy="2286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8537" y="2122873"/>
            <a:ext cx="228600" cy="228600"/>
          </a:xfrm>
          <a:prstGeom prst="rect">
            <a:avLst/>
          </a:prstGeom>
        </p:spPr>
      </p:pic>
      <p:sp>
        <p:nvSpPr>
          <p:cNvPr id="21" name="Subtitle 2"/>
          <p:cNvSpPr txBox="1"/>
          <p:nvPr/>
        </p:nvSpPr>
        <p:spPr>
          <a:xfrm>
            <a:off x="7244318" y="2842128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USA</a:t>
            </a:r>
            <a:endParaRPr lang="en-US" sz="16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Subtitle 2"/>
          <p:cNvSpPr txBox="1"/>
          <p:nvPr/>
        </p:nvSpPr>
        <p:spPr>
          <a:xfrm>
            <a:off x="7581200" y="3337402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8"/>
              </a:rPr>
              <a:t>lead@spec-usa.net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ubtitle 2"/>
          <p:cNvSpPr txBox="1"/>
          <p:nvPr/>
        </p:nvSpPr>
        <p:spPr>
          <a:xfrm>
            <a:off x="7581200" y="3733028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+ 1 908-450-9862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Subtitle 2"/>
          <p:cNvSpPr txBox="1"/>
          <p:nvPr/>
        </p:nvSpPr>
        <p:spPr>
          <a:xfrm>
            <a:off x="7581200" y="4128654"/>
            <a:ext cx="3700132" cy="5232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Partner”, 350 Grove Street, Bridgewater, NJ 08807, United States.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7326788" y="3225118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788" y="3376990"/>
            <a:ext cx="228600" cy="2286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3772616"/>
            <a:ext cx="228600" cy="2286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8537" y="4168242"/>
            <a:ext cx="228600" cy="228600"/>
          </a:xfrm>
          <a:prstGeom prst="rect">
            <a:avLst/>
          </a:prstGeom>
        </p:spPr>
      </p:pic>
      <p:pic>
        <p:nvPicPr>
          <p:cNvPr id="40" name="Picture 39" descr="Logo&#10;&#10;Description automatically generated">
            <a:hlinkClick r:id="rId9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00252" y="5526127"/>
            <a:ext cx="881997" cy="251999"/>
          </a:xfrm>
          <a:prstGeom prst="rect">
            <a:avLst/>
          </a:prstGeom>
        </p:spPr>
      </p:pic>
      <p:pic>
        <p:nvPicPr>
          <p:cNvPr id="42" name="Picture 41" descr="A picture containing text, clipart&#10;&#10;Description automatically generated">
            <a:hlinkClick r:id="rId11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1274" y="5544126"/>
            <a:ext cx="1511998" cy="216000"/>
          </a:xfrm>
          <a:prstGeom prst="rect">
            <a:avLst/>
          </a:prstGeom>
        </p:spPr>
      </p:pic>
      <p:pic>
        <p:nvPicPr>
          <p:cNvPr id="44" name="Picture 43" descr="A picture containing text, clipart&#10;&#10;Description automatically generated">
            <a:hlinkClick r:id="rId13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92297" y="5526127"/>
            <a:ext cx="766497" cy="251999"/>
          </a:xfrm>
          <a:prstGeom prst="rect">
            <a:avLst/>
          </a:prstGeom>
        </p:spPr>
      </p:pic>
      <p:pic>
        <p:nvPicPr>
          <p:cNvPr id="46" name="Picture 45" descr="A picture containing text, clipart&#10;&#10;Description automatically generated">
            <a:hlinkClick r:id="rId15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07819" y="5526127"/>
            <a:ext cx="1282904" cy="251999"/>
          </a:xfrm>
          <a:prstGeom prst="rect">
            <a:avLst/>
          </a:prstGeom>
        </p:spPr>
      </p:pic>
      <p:pic>
        <p:nvPicPr>
          <p:cNvPr id="48" name="Picture 47" descr="A picture containing text, transport, clipart, wheel&#10;&#10;Description automatically generated">
            <a:hlinkClick r:id="rId17"/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39748" y="5544126"/>
            <a:ext cx="1152000" cy="216000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hlinkClick r:id="rId19"/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627401" y="6429239"/>
            <a:ext cx="228600" cy="228600"/>
          </a:xfrm>
          <a:prstGeom prst="rect">
            <a:avLst/>
          </a:prstGeom>
        </p:spPr>
      </p:pic>
      <p:pic>
        <p:nvPicPr>
          <p:cNvPr id="30" name="Picture 29" descr="A picture containing clipart&#10;&#10;Description automatically generated">
            <a:hlinkClick r:id="rId21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257418" y="6429239"/>
            <a:ext cx="228600" cy="228600"/>
          </a:xfrm>
          <a:prstGeom prst="rect">
            <a:avLst/>
          </a:prstGeom>
        </p:spPr>
      </p:pic>
      <p:pic>
        <p:nvPicPr>
          <p:cNvPr id="32" name="Picture 31" descr="A picture containing text, clipart&#10;&#10;Description automatically generated">
            <a:hlinkClick r:id="rId23"/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777486" y="6429239"/>
            <a:ext cx="228600" cy="228600"/>
          </a:xfrm>
          <a:prstGeom prst="rect">
            <a:avLst/>
          </a:prstGeom>
        </p:spPr>
      </p:pic>
      <p:pic>
        <p:nvPicPr>
          <p:cNvPr id="36" name="Picture 35" descr="A picture containing text, clipart&#10;&#10;Description automatically generated">
            <a:hlinkClick r:id="rId25"/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147469" y="6429239"/>
            <a:ext cx="228600" cy="228600"/>
          </a:xfrm>
          <a:prstGeom prst="rect">
            <a:avLst/>
          </a:prstGeom>
        </p:spPr>
      </p:pic>
      <p:pic>
        <p:nvPicPr>
          <p:cNvPr id="38" name="Picture 37" descr="A picture containing clipart&#10;&#10;Description automatically generated">
            <a:hlinkClick r:id="rId27"/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517452" y="6429239"/>
            <a:ext cx="228600" cy="228600"/>
          </a:xfrm>
          <a:prstGeom prst="rect">
            <a:avLst/>
          </a:prstGeom>
        </p:spPr>
      </p:pic>
      <p:pic>
        <p:nvPicPr>
          <p:cNvPr id="41" name="Picture 40" descr="A picture containing text, clipart&#10;&#10;Description automatically generated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960321" y="5863640"/>
            <a:ext cx="977900" cy="152400"/>
          </a:xfrm>
          <a:prstGeom prst="rect">
            <a:avLst/>
          </a:prstGeom>
        </p:spPr>
      </p:pic>
      <p:pic>
        <p:nvPicPr>
          <p:cNvPr id="45" name="Picture 44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526798" y="5851286"/>
            <a:ext cx="977900" cy="152400"/>
          </a:xfrm>
          <a:prstGeom prst="rect">
            <a:avLst/>
          </a:prstGeom>
        </p:spPr>
      </p:pic>
      <p:pic>
        <p:nvPicPr>
          <p:cNvPr id="47" name="Picture 46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586595" y="5851286"/>
            <a:ext cx="977900" cy="152400"/>
          </a:xfrm>
          <a:prstGeom prst="rect">
            <a:avLst/>
          </a:prstGeom>
        </p:spPr>
      </p:pic>
      <p:pic>
        <p:nvPicPr>
          <p:cNvPr id="50" name="Picture 49" descr="A picture containing text, clipart&#10;&#10;Description automatically generated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098323" y="5863640"/>
            <a:ext cx="977900" cy="152400"/>
          </a:xfrm>
          <a:prstGeom prst="rect">
            <a:avLst/>
          </a:prstGeom>
        </p:spPr>
      </p:pic>
      <p:pic>
        <p:nvPicPr>
          <p:cNvPr id="51" name="Picture 50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580453" y="5858314"/>
            <a:ext cx="977900" cy="152400"/>
          </a:xfrm>
          <a:prstGeom prst="rect">
            <a:avLst/>
          </a:prstGeom>
        </p:spPr>
      </p:pic>
      <p:pic>
        <p:nvPicPr>
          <p:cNvPr id="53" name="Picture 52" descr="A picture containing text, clipart&#10;&#10;Description automatically generated">
            <a:hlinkClick r:id="rId31"/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887435" y="6428492"/>
            <a:ext cx="228600" cy="228600"/>
          </a:xfrm>
          <a:prstGeom prst="rect">
            <a:avLst/>
          </a:prstGeom>
        </p:spPr>
      </p:pic>
      <p:cxnSp>
        <p:nvCxnSpPr>
          <p:cNvPr id="59" name="Straight Connector 58"/>
          <p:cNvCxnSpPr/>
          <p:nvPr/>
        </p:nvCxnSpPr>
        <p:spPr>
          <a:xfrm>
            <a:off x="2580453" y="2716520"/>
            <a:ext cx="0" cy="519804"/>
          </a:xfrm>
          <a:prstGeom prst="line">
            <a:avLst/>
          </a:prstGeom>
          <a:ln w="19050">
            <a:solidFill>
              <a:srgbClr val="E8E8E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1839</Words>
  <Application>WPS Presentation</Application>
  <PresentationFormat>Widescreen</PresentationFormat>
  <Paragraphs>96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4" baseType="lpstr">
      <vt:lpstr>Arial</vt:lpstr>
      <vt:lpstr>SimSun</vt:lpstr>
      <vt:lpstr>Wingdings</vt:lpstr>
      <vt:lpstr>Roboto</vt:lpstr>
      <vt:lpstr>Times New Roman</vt:lpstr>
      <vt:lpstr>Roboto Medium</vt:lpstr>
      <vt:lpstr>Calibri</vt:lpstr>
      <vt:lpstr>Roboto</vt:lpstr>
      <vt:lpstr>DejaVu Sans</vt:lpstr>
      <vt:lpstr>Wingdings</vt:lpstr>
      <vt:lpstr>Microsoft YaHei</vt:lpstr>
      <vt:lpstr>Arial Unicode MS</vt:lpstr>
      <vt:lpstr>Calibri Light</vt:lpstr>
      <vt:lpstr>Verdana</vt:lpstr>
      <vt:lpstr>Calibri</vt:lpstr>
      <vt:lpstr>Office Theme 2013 - 2022</vt:lpstr>
      <vt:lpstr>Hanwha Vision  01st Sep’25 – 31st Sep’25</vt:lpstr>
      <vt:lpstr>Meeting Participants</vt:lpstr>
      <vt:lpstr>Adnan Mansuri - Highlights of the work done in two weeks</vt:lpstr>
      <vt:lpstr>Adnan Mansuri - Roadblocks / issues if any </vt:lpstr>
      <vt:lpstr>Adnan Mansuri - Improvement Points Identified</vt:lpstr>
      <vt:lpstr>Adnan Mansuri - Any New Problem Statement Seen / Identified * If any</vt:lpstr>
      <vt:lpstr>Adnan Mansuri - Achievements/Extra mile of the week * if any</vt:lpstr>
      <vt:lpstr>Thank You For  Your Time &amp; Attention!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creator>Amar Chuhan</dc:creator>
  <cp:lastModifiedBy>adnan.mansuri</cp:lastModifiedBy>
  <cp:revision>601</cp:revision>
  <dcterms:created xsi:type="dcterms:W3CDTF">2023-01-02T08:33:00Z</dcterms:created>
  <dcterms:modified xsi:type="dcterms:W3CDTF">2025-09-24T09:30:55Z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ECA011DF5F114053B7E814CFE745E271</vt:lpwstr>
  </property>
  <property fmtid="{D5CDD505-2E9C-101B-9397-08002B2CF9AE}" pid="3" name="KSOProductBuildVer">
    <vt:lpwstr>1033-12.2.0.22549</vt:lpwstr>
  </property>
</Properties>
</file>