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8720" cy="622152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0680" cy="177660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90680" cy="4824720"/>
          </a:xfrm>
          <a:prstGeom prst="rect">
            <a:avLst/>
          </a:prstGeom>
          <a:ln w="0">
            <a:noFill/>
          </a:ln>
        </p:spPr>
      </p:pic>
      <p:sp>
        <p:nvSpPr>
          <p:cNvPr id="79" name="CustomShape 1"/>
          <p:cNvSpPr/>
          <p:nvPr/>
        </p:nvSpPr>
        <p:spPr>
          <a:xfrm>
            <a:off x="364680" y="1778040"/>
            <a:ext cx="4806360" cy="96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strike="noStrike" spc="1" dirty="0">
                <a:solidFill>
                  <a:srgbClr val="262626"/>
                </a:solidFill>
                <a:latin typeface="Roboto"/>
                <a:ea typeface="Roboto"/>
              </a:rPr>
              <a:t>Hanwha Vision </a:t>
            </a:r>
            <a:br>
              <a:rPr dirty="0"/>
            </a:br>
            <a:r>
              <a:rPr lang="en-US" sz="3000" b="1" strike="noStrike" spc="1" dirty="0">
                <a:solidFill>
                  <a:srgbClr val="262626"/>
                </a:solidFill>
                <a:latin typeface="Roboto"/>
                <a:ea typeface="Roboto"/>
              </a:rPr>
              <a:t>17th Mar’25 – 31st Mar’25</a:t>
            </a:r>
            <a:endParaRPr lang="en-IN" sz="3000" b="0" strike="noStrike" spc="-1" dirty="0">
              <a:latin typeface="Arial"/>
            </a:endParaRPr>
          </a:p>
        </p:txBody>
      </p:sp>
      <p:sp>
        <p:nvSpPr>
          <p:cNvPr id="80" name="Line 2"/>
          <p:cNvSpPr/>
          <p:nvPr/>
        </p:nvSpPr>
        <p:spPr>
          <a:xfrm>
            <a:off x="364320" y="2859480"/>
            <a:ext cx="495324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70440" cy="101448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6600" cy="532080"/>
          </a:xfrm>
          <a:prstGeom prst="rect">
            <a:avLst/>
          </a:prstGeom>
          <a:ln w="0">
            <a:noFill/>
          </a:ln>
        </p:spPr>
      </p:pic>
      <p:sp>
        <p:nvSpPr>
          <p:cNvPr id="83" name="CustomShape 3"/>
          <p:cNvSpPr/>
          <p:nvPr/>
        </p:nvSpPr>
        <p:spPr>
          <a:xfrm>
            <a:off x="3657600" y="2921040"/>
            <a:ext cx="1717920" cy="3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strike="noStrike" spc="1">
                <a:solidFill>
                  <a:srgbClr val="7030A0"/>
                </a:solidFill>
                <a:latin typeface="Roboto"/>
                <a:ea typeface="Roboto"/>
              </a:rPr>
              <a:t>Hiten Parmar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5" name="CustomShape 2"/>
          <p:cNvSpPr/>
          <p:nvPr/>
        </p:nvSpPr>
        <p:spPr>
          <a:xfrm>
            <a:off x="507960" y="126000"/>
            <a:ext cx="7477200" cy="11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Meeting Participants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7" name="CustomShape 4"/>
          <p:cNvSpPr/>
          <p:nvPr/>
        </p:nvSpPr>
        <p:spPr>
          <a:xfrm>
            <a:off x="326880" y="6380280"/>
            <a:ext cx="4057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ln w="0">
            <a:noFill/>
          </a:ln>
        </p:spPr>
      </p:pic>
      <p:sp>
        <p:nvSpPr>
          <p:cNvPr id="90" name="CustomShape 6"/>
          <p:cNvSpPr/>
          <p:nvPr/>
        </p:nvSpPr>
        <p:spPr>
          <a:xfrm>
            <a:off x="4835880" y="6443640"/>
            <a:ext cx="251856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1" name="CustomShape 7"/>
          <p:cNvSpPr/>
          <p:nvPr/>
        </p:nvSpPr>
        <p:spPr>
          <a:xfrm>
            <a:off x="448560" y="1270800"/>
            <a:ext cx="821268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164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Parth Jotangiya</a:t>
            </a:r>
            <a:endParaRPr lang="en-IN" sz="1800" b="0" strike="noStrike" spc="-1">
              <a:latin typeface="Arial"/>
            </a:endParaRPr>
          </a:p>
          <a:p>
            <a:pPr marL="343080" indent="-34164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Jayendra Makvana </a:t>
            </a:r>
            <a:endParaRPr lang="en-IN" sz="1800" b="0" strike="noStrike" spc="-1">
              <a:latin typeface="Arial"/>
            </a:endParaRPr>
          </a:p>
          <a:p>
            <a:pPr marL="343080" indent="-34164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Adnan Mansuri</a:t>
            </a:r>
            <a:endParaRPr lang="en-IN" sz="1800" b="0" strike="noStrike" spc="-1">
              <a:latin typeface="Arial"/>
            </a:endParaRPr>
          </a:p>
          <a:p>
            <a:pPr marL="343080" indent="-34164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Dhwanil Solanky</a:t>
            </a:r>
            <a:endParaRPr lang="en-IN" sz="1800" b="0" strike="noStrike" spc="-1">
              <a:latin typeface="Arial"/>
            </a:endParaRPr>
          </a:p>
          <a:p>
            <a:pPr marL="343080" indent="-34164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Hiten Parmar</a:t>
            </a:r>
            <a:endParaRPr lang="en-IN" sz="1800" b="0" strike="noStrike" spc="-1">
              <a:latin typeface="Arial"/>
            </a:endParaRPr>
          </a:p>
          <a:p>
            <a:pPr marL="343080" indent="-34164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Rashmi Patel</a:t>
            </a:r>
            <a:endParaRPr lang="en-IN" sz="1800" b="0" strike="noStrike" spc="-1">
              <a:latin typeface="Arial"/>
            </a:endParaRPr>
          </a:p>
          <a:p>
            <a:pPr marL="343080" indent="-34164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Roboto Medium"/>
              </a:rPr>
              <a:t>Hasti Kaneriya</a:t>
            </a: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3" name="CustomShape 2"/>
          <p:cNvSpPr/>
          <p:nvPr/>
        </p:nvSpPr>
        <p:spPr>
          <a:xfrm>
            <a:off x="507960" y="126000"/>
            <a:ext cx="11153520" cy="11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Highlights of the work done in two weeks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5" name="CustomShape 4"/>
          <p:cNvSpPr/>
          <p:nvPr/>
        </p:nvSpPr>
        <p:spPr>
          <a:xfrm>
            <a:off x="326880" y="6380280"/>
            <a:ext cx="4057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9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ln w="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4835880" y="6443640"/>
            <a:ext cx="251856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448560" y="1051920"/>
            <a:ext cx="11405880" cy="211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Back end development of Client Application:</a:t>
            </a:r>
            <a:endParaRPr lang="en-IN" sz="1400" b="0" strike="noStrike" spc="-1">
              <a:latin typeface="Arial"/>
            </a:endParaRPr>
          </a:p>
          <a:p>
            <a:pPr marL="285840" indent="-28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generic method to read event detection of the cameras.</a:t>
            </a:r>
            <a:endParaRPr lang="en-IN" sz="1400" b="0" strike="noStrike" spc="-1">
              <a:latin typeface="Arial"/>
            </a:endParaRPr>
          </a:p>
          <a:p>
            <a:pPr marL="285840" indent="-28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background job to save vehicle live count data.</a:t>
            </a:r>
            <a:endParaRPr lang="en-IN" sz="1400" b="0" strike="noStrike" spc="-1">
              <a:latin typeface="Arial"/>
            </a:endParaRPr>
          </a:p>
          <a:p>
            <a:pPr marL="285840" indent="-28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background job to track camera is online or offline.</a:t>
            </a:r>
            <a:endParaRPr lang="en-IN" sz="1400" b="0" strike="noStrike" spc="-1">
              <a:latin typeface="Arial"/>
            </a:endParaRPr>
          </a:p>
          <a:p>
            <a:pPr marL="285840" indent="-28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Created apis for total camera, features count and series type count widgets APIS.</a:t>
            </a:r>
            <a:endParaRPr lang="en-IN" sz="1400" b="0" strike="noStrike" spc="-1">
              <a:latin typeface="Arial"/>
            </a:endParaRPr>
          </a:p>
          <a:p>
            <a:pPr marL="285840" indent="-28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Worked on device, zone, zoneplan, dashboard &amp; floor APIS.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1" name="CustomShape 2"/>
          <p:cNvSpPr/>
          <p:nvPr/>
        </p:nvSpPr>
        <p:spPr>
          <a:xfrm>
            <a:off x="507960" y="126000"/>
            <a:ext cx="11146680" cy="11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Roadblocks / issues if any 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2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3" name="CustomShape 4"/>
          <p:cNvSpPr/>
          <p:nvPr/>
        </p:nvSpPr>
        <p:spPr>
          <a:xfrm>
            <a:off x="326880" y="6380280"/>
            <a:ext cx="4057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4" name="CustomShape 5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ln w="0">
            <a:noFill/>
          </a:ln>
        </p:spPr>
      </p:pic>
      <p:sp>
        <p:nvSpPr>
          <p:cNvPr id="106" name="CustomShape 6"/>
          <p:cNvSpPr/>
          <p:nvPr/>
        </p:nvSpPr>
        <p:spPr>
          <a:xfrm>
            <a:off x="4835880" y="6443640"/>
            <a:ext cx="251856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7" name="CustomShape 7"/>
          <p:cNvSpPr/>
          <p:nvPr/>
        </p:nvSpPr>
        <p:spPr>
          <a:xfrm>
            <a:off x="448560" y="1236600"/>
            <a:ext cx="114058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Not have any point.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9" name="CustomShape 2"/>
          <p:cNvSpPr/>
          <p:nvPr/>
        </p:nvSpPr>
        <p:spPr>
          <a:xfrm>
            <a:off x="507960" y="126000"/>
            <a:ext cx="7477200" cy="11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Improvement Points Identified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0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1" name="CustomShape 4"/>
          <p:cNvSpPr/>
          <p:nvPr/>
        </p:nvSpPr>
        <p:spPr>
          <a:xfrm>
            <a:off x="326880" y="6380280"/>
            <a:ext cx="4057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1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ln w="0">
            <a:noFill/>
          </a:ln>
        </p:spPr>
      </p:pic>
      <p:sp>
        <p:nvSpPr>
          <p:cNvPr id="114" name="CustomShape 6"/>
          <p:cNvSpPr/>
          <p:nvPr/>
        </p:nvSpPr>
        <p:spPr>
          <a:xfrm>
            <a:off x="4835880" y="6443640"/>
            <a:ext cx="251856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5" name="CustomShape 7"/>
          <p:cNvSpPr/>
          <p:nvPr/>
        </p:nvSpPr>
        <p:spPr>
          <a:xfrm>
            <a:off x="448560" y="1235880"/>
            <a:ext cx="11405880" cy="92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Improve communication skill.</a:t>
            </a:r>
            <a:endParaRPr lang="en-IN" sz="1400" b="0" strike="noStrike" spc="-1">
              <a:latin typeface="Arial"/>
            </a:endParaRPr>
          </a:p>
          <a:p>
            <a:pPr marL="285840" indent="-28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b="0" strike="noStrike" spc="-1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Roboto"/>
              </a:rPr>
              <a:t>Most Imp</a:t>
            </a:r>
            <a:r>
              <a:rPr lang="en-US" sz="14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Roboto"/>
              </a:rPr>
              <a:t>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7" name="CustomShape 2"/>
          <p:cNvSpPr/>
          <p:nvPr/>
        </p:nvSpPr>
        <p:spPr>
          <a:xfrm>
            <a:off x="507960" y="126000"/>
            <a:ext cx="11153520" cy="11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Any New Problem Statement Seen / Identified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8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9" name="CustomShape 4"/>
          <p:cNvSpPr/>
          <p:nvPr/>
        </p:nvSpPr>
        <p:spPr>
          <a:xfrm>
            <a:off x="326880" y="6380280"/>
            <a:ext cx="4057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0" name="CustomShape 5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2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ln w="0">
            <a:noFill/>
          </a:ln>
        </p:spPr>
      </p:pic>
      <p:sp>
        <p:nvSpPr>
          <p:cNvPr id="122" name="CustomShape 6"/>
          <p:cNvSpPr/>
          <p:nvPr/>
        </p:nvSpPr>
        <p:spPr>
          <a:xfrm>
            <a:off x="4835880" y="6443640"/>
            <a:ext cx="251856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448560" y="1264680"/>
            <a:ext cx="1106748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There is no any problem statement identified yet.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335880" y="380880"/>
            <a:ext cx="11518560" cy="6336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5" name="CustomShape 2"/>
          <p:cNvSpPr/>
          <p:nvPr/>
        </p:nvSpPr>
        <p:spPr>
          <a:xfrm>
            <a:off x="507960" y="126000"/>
            <a:ext cx="10830960" cy="11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Achievements/Extra mile of the week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7" name="CustomShape 4"/>
          <p:cNvSpPr/>
          <p:nvPr/>
        </p:nvSpPr>
        <p:spPr>
          <a:xfrm>
            <a:off x="326880" y="6380280"/>
            <a:ext cx="4057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8" name="CustomShape 5"/>
          <p:cNvSpPr/>
          <p:nvPr/>
        </p:nvSpPr>
        <p:spPr>
          <a:xfrm>
            <a:off x="335880" y="380880"/>
            <a:ext cx="111240" cy="6336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2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120" cy="300600"/>
          </a:xfrm>
          <a:prstGeom prst="rect">
            <a:avLst/>
          </a:prstGeom>
          <a:ln w="0">
            <a:noFill/>
          </a:ln>
        </p:spPr>
      </p:pic>
      <p:sp>
        <p:nvSpPr>
          <p:cNvPr id="130" name="CustomShape 6"/>
          <p:cNvSpPr/>
          <p:nvPr/>
        </p:nvSpPr>
        <p:spPr>
          <a:xfrm>
            <a:off x="4835880" y="6443640"/>
            <a:ext cx="251856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31" name="CustomShape 7"/>
          <p:cNvSpPr/>
          <p:nvPr/>
        </p:nvSpPr>
        <p:spPr>
          <a:xfrm>
            <a:off x="448560" y="1198800"/>
            <a:ext cx="967284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There have been no achievements recorded in the last two weeks of march 2025 because the project has not started yet.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8720" cy="622152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0680" cy="1776600"/>
          </a:xfrm>
          <a:prstGeom prst="rect">
            <a:avLst/>
          </a:prstGeom>
          <a:ln w="0">
            <a:noFill/>
          </a:ln>
        </p:spPr>
      </p:pic>
      <p:sp>
        <p:nvSpPr>
          <p:cNvPr id="134" name="CustomShape 1"/>
          <p:cNvSpPr/>
          <p:nvPr/>
        </p:nvSpPr>
        <p:spPr>
          <a:xfrm>
            <a:off x="457560" y="462960"/>
            <a:ext cx="5222160" cy="103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strike="noStrike" spc="1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/>
            <a:r>
              <a:rPr lang="en-US" sz="3000" b="1" strike="noStrike" spc="1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lang="en-IN" sz="3000" b="0" strike="noStrike" spc="-1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57560" y="1756080"/>
            <a:ext cx="5222160" cy="69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52000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1">
                <a:solidFill>
                  <a:srgbClr val="262626"/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36" name="Line 3"/>
          <p:cNvSpPr/>
          <p:nvPr/>
        </p:nvSpPr>
        <p:spPr>
          <a:xfrm>
            <a:off x="524880" y="1622160"/>
            <a:ext cx="432036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7" name="Line 4"/>
          <p:cNvSpPr/>
          <p:nvPr/>
        </p:nvSpPr>
        <p:spPr>
          <a:xfrm>
            <a:off x="335880" y="630108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8" name="CustomShape 5"/>
          <p:cNvSpPr/>
          <p:nvPr/>
        </p:nvSpPr>
        <p:spPr>
          <a:xfrm>
            <a:off x="155160" y="6384600"/>
            <a:ext cx="384480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1">
                <a:solidFill>
                  <a:srgbClr val="F2F2F2"/>
                </a:solidFill>
                <a:latin typeface="Roboto"/>
                <a:ea typeface="Roboto"/>
              </a:rPr>
              <a:t>© 2023 SPEC INDIA. All Rights Reserved.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457560" y="2609640"/>
            <a:ext cx="233964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1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0" name="CustomShape 7"/>
          <p:cNvSpPr/>
          <p:nvPr/>
        </p:nvSpPr>
        <p:spPr>
          <a:xfrm>
            <a:off x="2798640" y="2609640"/>
            <a:ext cx="233964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1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1" name="CustomShape 8"/>
          <p:cNvSpPr/>
          <p:nvPr/>
        </p:nvSpPr>
        <p:spPr>
          <a:xfrm>
            <a:off x="7244280" y="796680"/>
            <a:ext cx="369864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1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42" name="CustomShape 9"/>
          <p:cNvSpPr/>
          <p:nvPr/>
        </p:nvSpPr>
        <p:spPr>
          <a:xfrm>
            <a:off x="7581240" y="1292040"/>
            <a:ext cx="36986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3" name="CustomShape 10"/>
          <p:cNvSpPr/>
          <p:nvPr/>
        </p:nvSpPr>
        <p:spPr>
          <a:xfrm>
            <a:off x="7581240" y="1687680"/>
            <a:ext cx="36986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1">
                <a:solidFill>
                  <a:srgbClr val="FFFFFF"/>
                </a:solidFill>
                <a:latin typeface="Roboto"/>
                <a:ea typeface="Roboto"/>
              </a:rPr>
              <a:t>+91-79-26404031 to 34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4" name="CustomShape 11"/>
          <p:cNvSpPr/>
          <p:nvPr/>
        </p:nvSpPr>
        <p:spPr>
          <a:xfrm>
            <a:off x="7581240" y="2083320"/>
            <a:ext cx="3698640" cy="9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1">
                <a:solidFill>
                  <a:srgbClr val="FFFFFF"/>
                </a:solidFill>
                <a:latin typeface="Roboto"/>
                <a:ea typeface="Roboto"/>
              </a:rPr>
              <a:t>SPEC House”, Parth Complex,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1">
                <a:solidFill>
                  <a:srgbClr val="FFFFFF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5" name="Line 12"/>
          <p:cNvSpPr/>
          <p:nvPr/>
        </p:nvSpPr>
        <p:spPr>
          <a:xfrm>
            <a:off x="7326720" y="1179720"/>
            <a:ext cx="3068280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4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7160" cy="227160"/>
          </a:xfrm>
          <a:prstGeom prst="rect">
            <a:avLst/>
          </a:prstGeom>
          <a:ln w="0">
            <a:noFill/>
          </a:ln>
        </p:spPr>
      </p:pic>
      <p:sp>
        <p:nvSpPr>
          <p:cNvPr id="149" name="CustomShape 13"/>
          <p:cNvSpPr/>
          <p:nvPr/>
        </p:nvSpPr>
        <p:spPr>
          <a:xfrm>
            <a:off x="7244280" y="2842200"/>
            <a:ext cx="369864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1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50" name="CustomShape 14"/>
          <p:cNvSpPr/>
          <p:nvPr/>
        </p:nvSpPr>
        <p:spPr>
          <a:xfrm>
            <a:off x="7581240" y="3337560"/>
            <a:ext cx="36986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1">
                <a:solidFill>
                  <a:srgbClr val="0563C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1" name="CustomShape 15"/>
          <p:cNvSpPr/>
          <p:nvPr/>
        </p:nvSpPr>
        <p:spPr>
          <a:xfrm>
            <a:off x="7581240" y="3733200"/>
            <a:ext cx="36986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1">
                <a:solidFill>
                  <a:srgbClr val="FFFFFF"/>
                </a:solidFill>
                <a:latin typeface="Roboto"/>
                <a:ea typeface="Roboto"/>
              </a:rPr>
              <a:t>+ 1 908-450-9862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2" name="CustomShape 16"/>
          <p:cNvSpPr/>
          <p:nvPr/>
        </p:nvSpPr>
        <p:spPr>
          <a:xfrm>
            <a:off x="7581240" y="4128480"/>
            <a:ext cx="369864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1">
                <a:solidFill>
                  <a:srgbClr val="FFFFFF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3" name="Line 17"/>
          <p:cNvSpPr/>
          <p:nvPr/>
        </p:nvSpPr>
        <p:spPr>
          <a:xfrm>
            <a:off x="7326720" y="3224880"/>
            <a:ext cx="3068280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5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5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80560" cy="25056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10560" cy="21456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5000" cy="25056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81600" cy="25056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50560" cy="21456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7160" cy="22716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6320" cy="15084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6320" cy="15084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6320" cy="15084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6320" cy="15084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6320" cy="150840"/>
          </a:xfrm>
          <a:prstGeom prst="rect">
            <a:avLst/>
          </a:prstGeom>
          <a:ln w="0">
            <a:noFill/>
          </a:ln>
        </p:spPr>
      </p:pic>
      <p:pic>
        <p:nvPicPr>
          <p:cNvPr id="17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7160" cy="227160"/>
          </a:xfrm>
          <a:prstGeom prst="rect">
            <a:avLst/>
          </a:prstGeom>
          <a:ln w="0">
            <a:noFill/>
          </a:ln>
        </p:spPr>
      </p:pic>
      <p:sp>
        <p:nvSpPr>
          <p:cNvPr id="173" name="Line 18"/>
          <p:cNvSpPr/>
          <p:nvPr/>
        </p:nvSpPr>
        <p:spPr>
          <a:xfrm>
            <a:off x="2580120" y="2716200"/>
            <a:ext cx="0" cy="519840"/>
          </a:xfrm>
          <a:prstGeom prst="line">
            <a:avLst/>
          </a:prstGeom>
          <a:ln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5621</TotalTime>
  <Words>360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472</cp:revision>
  <dcterms:created xsi:type="dcterms:W3CDTF">2023-01-02T08:33:04Z</dcterms:created>
  <dcterms:modified xsi:type="dcterms:W3CDTF">2025-04-07T07:10:40Z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