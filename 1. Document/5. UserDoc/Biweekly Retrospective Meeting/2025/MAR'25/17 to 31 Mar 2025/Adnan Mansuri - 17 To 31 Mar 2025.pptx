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alt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17th Mar’25 – 31st Mar’25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35927" y="2920993"/>
            <a:ext cx="1941085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58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015762"/>
            <a:ext cx="11407266" cy="56311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Modified the OTP model as per the SRS </a:t>
            </a:r>
            <a:r>
              <a:rPr lang="en-IN" sz="1600" spc="-1" dirty="0">
                <a:solidFill>
                  <a:srgbClr val="000000"/>
                </a:solidFill>
                <a:latin typeface="Calibri" panose="020F0502020204030204"/>
              </a:rPr>
              <a:t> and 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Generated a six-digit random OTP and stored it in the database.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Removed unnecessary permissions from the admin and added the required ones.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Created a PermissionHistory collection to 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</a:rPr>
              <a:t>manage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 permission history.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Implemented the license application changes in the admin panel as per reqirement.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Reviewed and updated constant API messages on the client side.</a:t>
            </a:r>
            <a:endParaRPr sz="1600" spc="-1" dirty="0">
              <a:solidFill>
                <a:srgbClr val="000000"/>
              </a:solidFill>
              <a:latin typeface="Calibri" panose="020F0502020204030204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Created a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</a:rPr>
              <a:t> Multi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 Site Master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</a:rPr>
              <a:t> page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 API and 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</a:rPr>
              <a:t>implemented the all the CRUD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</a:rPr>
              <a:t>api for it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Updated the add and update functionality for sub-child items in the Site Master page.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Inserted default floor and zone using a script.</a:t>
            </a:r>
            <a:endParaRPr sz="1600" spc="-1" dirty="0">
              <a:solidFill>
                <a:srgbClr val="000000"/>
              </a:solidFill>
              <a:latin typeface="Calibri" panose="020F0502020204030204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Updated the migration script in the admin with the latest user and password.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Started making changes to the admin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Created a database using a script and inserted fresh data.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 Made the required changes to the admin application as per the bug list</a:t>
            </a:r>
            <a:r>
              <a:rPr lang="en-IN" sz="1600" spc="-1" dirty="0">
                <a:solidFill>
                  <a:srgbClr val="000000"/>
                </a:solidFill>
                <a:latin typeface="Calibri" panose="020F0502020204030204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Tested all functionalities of the license application and made the required changes.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Roadblocks / issues if any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strike="noStrike" spc="-1" dirty="0">
                <a:solidFill>
                  <a:srgbClr val="000000"/>
                </a:solidFill>
                <a:ea typeface="Roboto"/>
              </a:rPr>
              <a:t>Not have any point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Improvement Points Identified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strike="noStrike" spc="-1" dirty="0">
                <a:solidFill>
                  <a:srgbClr val="000000"/>
                </a:solidFill>
                <a:latin typeface="Calibri" panose="020F0502020204030204"/>
                <a:ea typeface="DejaVu Sans" panose="020B0603030804020204"/>
              </a:rPr>
              <a:t>I will improve communication and properly understand the client's requirements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Any New Problem Statement Seen / Identified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Achievements/Extra mile of the week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67432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There have been no achievements recorded in the first weeks of </a:t>
            </a:r>
            <a:r>
              <a:rPr lang="en-IN" altLang="en-US" sz="1400" dirty="0"/>
              <a:t>March </a:t>
            </a:r>
            <a:r>
              <a:rPr lang="en-US" sz="1400" dirty="0"/>
              <a:t>2025.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17th Mar’25 – 31st Mar’25</vt:lpstr>
      <vt:lpstr>Meeting Participants</vt:lpstr>
      <vt:lpstr>Adnan Mansuri - Highlights of the work done in two weeks</vt:lpstr>
      <vt:lpstr>Adnan Mansuri - Roadblocks / issues if any </vt:lpstr>
      <vt:lpstr>Adnan Mansuri - Improvement Points Identified</vt:lpstr>
      <vt:lpstr>Adnan Mansuri - Any New Problem Statement Seen / Identified * If any</vt:lpstr>
      <vt:lpstr>Adnan Mansuri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546</cp:revision>
  <dcterms:created xsi:type="dcterms:W3CDTF">2023-01-02T08:33:00Z</dcterms:created>
  <dcterms:modified xsi:type="dcterms:W3CDTF">2025-04-07T07:12:33Z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ECA011DF5F114053B7E814CFE745E271</vt:lpwstr>
  </property>
  <property fmtid="{D5CDD505-2E9C-101B-9397-08002B2CF9AE}" pid="3" name="KSOProductBuildVer">
    <vt:lpwstr>1033-11.2.0.11440</vt:lpwstr>
  </property>
</Properties>
</file>