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85" r:id="rId3"/>
    <p:sldId id="286" r:id="rId4"/>
    <p:sldId id="295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17th Mar’25 – 31st Mar’25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046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Floor And Zone Screen: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Worked on show uploaded a .dwg/pdf/image file in edit mode.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Implement react draggable library to drag and drop camera img.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Facing issue in drop camera using react draggable library.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Explored the DnD library, installed and set the required code, and worked on the above issue.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Check and solve drag and drop device issues.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Save and get zone position data.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Show zone in edit mode as per the data.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Worked on zone drag and drop issue.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Save and get zone and device position data.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Save device angle, focal length and color in db.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Save mapped camera position in db.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Worked on drag and drop camera with select/unselect lines, and save line data in the db.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Implement separate component for add, edit, delete zones.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Show the zone area as per the selected zone.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Floor And Zone Screen: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Implement rotate device, focal and sphere view for selected device.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Implement functionality to show people and vehicle line, and save lines in db.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Added code for mapping people and vehicle lines in API.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Check and solve people/vehicle select line issue.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Save people/vehicle selected line data in db.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Implement functionality to delete mapped camera and refresh page.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Hide/Show bottom(Focal, FovLength, Color) menu based on selected camera.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Show Focal, FovLength, Color value in add/edit mode for selected camera.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Clone new repository and setup code.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Facing DraggableItem issue. Solve the issue by separating the Draggable function for the mapped and pending device.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Facing issue in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Draggable function for the mapped device.</a:t>
            </a: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17th Mar’25 – 31st Mar’25</vt:lpstr>
      <vt:lpstr>Meeting Participants</vt:lpstr>
      <vt:lpstr>Hasti Kaneriya - Highlights of the work done in two weeks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505</cp:revision>
  <dcterms:created xsi:type="dcterms:W3CDTF">2023-01-02T08:33:00Z</dcterms:created>
  <dcterms:modified xsi:type="dcterms:W3CDTF">2025-04-07T07:10:25Z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1033-12.2.0.20782</vt:lpwstr>
  </property>
</Properties>
</file>