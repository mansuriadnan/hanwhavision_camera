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17th Mar’25 – 31st Mar’25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Work with </a:t>
            </a:r>
            <a:r>
              <a:rPr lang="en-US" sz="1400" spc="-1" dirty="0" err="1">
                <a:solidFill>
                  <a:srgbClr val="000000"/>
                </a:solidFill>
                <a:latin typeface="Calibri"/>
              </a:rPr>
              <a:t>Hasti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to prepare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drag-and-drop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components.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R&amp;D on the HTTP Streaming API.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Work with the designer to finalize the </a:t>
            </a:r>
            <a:r>
              <a:rPr lang="en-US" sz="1400" b="1" spc="-1" dirty="0" err="1">
                <a:solidFill>
                  <a:srgbClr val="000000"/>
                </a:solidFill>
                <a:latin typeface="Calibri"/>
              </a:rPr>
              <a:t>figma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design.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 the SUNAPI document to generate a live streaming URL.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 the SUNAPI document to detect statistical and analytical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 the WISEAI document to detect statistical and analytical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Add new tasks to the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task list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assign them to team members.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Update the widget list with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API endpoints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 backend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code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provide feedback.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 the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heatmap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chart shared by the client.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Prepare a list of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questions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for discussion in the meeting.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Attend client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meetings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with Bala.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Move the latest source code to the </a:t>
            </a:r>
            <a:r>
              <a:rPr lang="en-US" sz="1400" spc="-1" dirty="0" err="1">
                <a:solidFill>
                  <a:srgbClr val="000000"/>
                </a:solidFill>
                <a:latin typeface="Calibri"/>
              </a:rPr>
              <a:t>SpecIndia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GitLab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repository.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Discuss tasks and doubts with team members.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0DD34-C7C6-2578-6478-8A48E0A345AC}"/>
              </a:ext>
            </a:extLst>
          </p:cNvPr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N/A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35914"/>
            <a:ext cx="11407267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Quickly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fix bugs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after testing.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Conduct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code reviews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testing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before marking any task as complete.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5706</TotalTime>
  <Words>385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17th Mar’25 – 31st Mar’25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492</cp:revision>
  <dcterms:created xsi:type="dcterms:W3CDTF">2023-01-02T08:33:04Z</dcterms:created>
  <dcterms:modified xsi:type="dcterms:W3CDTF">2025-04-07T07:10:56Z</dcterms:modified>
</cp:coreProperties>
</file>