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_rels/slideMaster44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92" r:id="rId3"/>
    <p:sldMasterId id="2147483694" r:id="rId4"/>
    <p:sldMasterId id="2147483696" r:id="rId5"/>
    <p:sldMasterId id="2147483698" r:id="rId6"/>
    <p:sldMasterId id="2147483700" r:id="rId7"/>
    <p:sldMasterId id="2147483702" r:id="rId8"/>
    <p:sldMasterId id="2147483704" r:id="rId9"/>
    <p:sldMasterId id="2147483706" r:id="rId10"/>
    <p:sldMasterId id="2147483708" r:id="rId11"/>
    <p:sldMasterId id="2147483710" r:id="rId12"/>
    <p:sldMasterId id="2147483712" r:id="rId13"/>
    <p:sldMasterId id="2147483714" r:id="rId14"/>
    <p:sldMasterId id="2147483716" r:id="rId15"/>
    <p:sldMasterId id="2147483718" r:id="rId16"/>
    <p:sldMasterId id="2147483720" r:id="rId17"/>
    <p:sldMasterId id="2147483722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8.xml"/><Relationship Id="rId4" Type="http://schemas.openxmlformats.org/officeDocument/2006/relationships/slideMaster" Target="slideMasters/slideMaster39.xml"/><Relationship Id="rId5" Type="http://schemas.openxmlformats.org/officeDocument/2006/relationships/slideMaster" Target="slideMasters/slideMaster40.xml"/><Relationship Id="rId6" Type="http://schemas.openxmlformats.org/officeDocument/2006/relationships/slideMaster" Target="slideMasters/slideMaster41.xml"/><Relationship Id="rId7" Type="http://schemas.openxmlformats.org/officeDocument/2006/relationships/slideMaster" Target="slideMasters/slideMaster42.xml"/><Relationship Id="rId8" Type="http://schemas.openxmlformats.org/officeDocument/2006/relationships/slideMaster" Target="slideMasters/slideMaster43.xml"/><Relationship Id="rId9" Type="http://schemas.openxmlformats.org/officeDocument/2006/relationships/slideMaster" Target="slideMasters/slideMaster44.xml"/><Relationship Id="rId10" Type="http://schemas.openxmlformats.org/officeDocument/2006/relationships/slideMaster" Target="slideMasters/slideMaster45.xml"/><Relationship Id="rId11" Type="http://schemas.openxmlformats.org/officeDocument/2006/relationships/slideMaster" Target="slideMasters/slideMaster46.xml"/><Relationship Id="rId12" Type="http://schemas.openxmlformats.org/officeDocument/2006/relationships/slideMaster" Target="slideMasters/slideMaster47.xml"/><Relationship Id="rId13" Type="http://schemas.openxmlformats.org/officeDocument/2006/relationships/slideMaster" Target="slideMasters/slideMaster48.xml"/><Relationship Id="rId14" Type="http://schemas.openxmlformats.org/officeDocument/2006/relationships/slideMaster" Target="slideMasters/slideMaster49.xml"/><Relationship Id="rId15" Type="http://schemas.openxmlformats.org/officeDocument/2006/relationships/slideMaster" Target="slideMasters/slideMaster50.xml"/><Relationship Id="rId16" Type="http://schemas.openxmlformats.org/officeDocument/2006/relationships/slideMaster" Target="slideMasters/slideMaster51.xml"/><Relationship Id="rId17" Type="http://schemas.openxmlformats.org/officeDocument/2006/relationships/slideMaster" Target="slideMasters/slideMaster52.xml"/><Relationship Id="rId18" Type="http://schemas.openxmlformats.org/officeDocument/2006/relationships/slideMaster" Target="slideMasters/slideMaster53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6B1289-F6DE-4417-9BF5-7C3F3F1EBAE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AFAA7B1-5A42-423E-97F6-4F348FA94F7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851755C-7E98-4FE6-AF56-44ED7E45F6D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DBC8225-B206-43D2-9252-31313170101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0BABFE9-9D4D-442D-A11A-749CBD3BE61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01E56EC-A46E-48E0-8980-B1BDF559AE7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02F3C1D-20AE-4BBA-8DE5-E52903AED54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F7DA3D0-DFAC-48CE-B55D-3634838B853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118736-9C1C-46A8-B985-66C7D918F4E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B6A3FDC-3A8C-4635-800F-2DCBD5A838B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249CEB8-432F-41B5-A262-500ED480E22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5D18E4-9CE0-48B9-9676-2E2744D04C6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6EB9F7A-21E3-4FE4-A68F-EB24E395BC3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531ABF3-94F5-4B26-A821-E4778EAD32D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F5E2D22-59E8-4144-9D39-096A345EBA8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6455A1F-CC64-4592-ADA5-7B36DA9064F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D2FECB3-D2ED-461E-AE87-8D74ED80919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102A417-F5B8-42E5-9389-25C3E23C65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5811252-EE17-4A2A-A838-B0636343D6D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5DB126B-2371-47F2-B837-AE576799C69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3322D66-FBBA-4C59-B0C1-BC16E6FD5ED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13C57CF-CDE2-4F1F-BEFE-705DC577C3A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BE73B1F-C63E-4A72-B8B3-A2060AFA57C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3678317-522F-436F-9161-C2E9671B93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9A2C22F-EF0D-4287-A01D-0F4C1DD92EE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D184BAF-6000-45BF-B020-ABA1F2E8508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06BC47D-277F-4540-9792-2974C63DD0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C4EEDD2-FCC0-4D1A-982F-FAC894BF473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148DC32-723B-4796-872B-A940090E9B2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B5A109-2A86-4816-8751-261308225A0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72EA705-85FE-4C11-86CA-5823A802054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12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12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AAC9BE0-D982-43B6-95D2-75B5873C48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EAFD45F-F386-40C9-A817-4A0DCD04482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34FE375-407D-4155-9626-7591613B8F6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15473A1-EF44-473E-99C5-DC44E900095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3E77CEA-8E64-4798-95CB-B5AE763B85F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FE5B0B2-0B18-42A3-B2E2-A96377AB7CE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97F2AE7-C691-4536-9D8D-9FE5C309500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2277E39-CB18-4A05-B40A-A96451033C0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8B4DAEC-7FDF-4C84-83F5-C555D842ED6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92324D9-9A08-40B5-8BF9-16D3188699D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155FB73-791E-4451-8A98-3C7083EB840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E4A994-091A-47E6-AED7-C4C1E51024A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55DB18E4-23C4-4547-AD19-BBE454F5D1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8B6EACD9-EA47-4EF4-AD86-11E38EF2A7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AEFC89F1-5F5A-4937-B0E8-58F6F2D6C7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40468641-113C-4E3F-878E-19DC3B80FD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8FEA24AC-1A1A-43FD-8202-6FCA9F681F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BF499B84-9229-474E-943C-0CA49EA341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9"/>
          </p:nvPr>
        </p:nvSpPr>
        <p:spPr/>
        <p:txBody>
          <a:bodyPr/>
          <a:p>
            <a:fld id="{314B3133-0C32-40E8-A3E2-C7E69FB5BC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2"/>
          </p:nvPr>
        </p:nvSpPr>
        <p:spPr/>
        <p:txBody>
          <a:bodyPr/>
          <a:p>
            <a:fld id="{A53CA812-07C4-4C0B-9A73-F7508A158E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5"/>
          </p:nvPr>
        </p:nvSpPr>
        <p:spPr/>
        <p:txBody>
          <a:bodyPr/>
          <a:p>
            <a:fld id="{1C4D3EDD-0AE6-4A16-A7A7-888FAF434C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8"/>
          </p:nvPr>
        </p:nvSpPr>
        <p:spPr/>
        <p:txBody>
          <a:bodyPr/>
          <a:p>
            <a:fld id="{B4A8B093-6DF9-4763-91D0-A3D61692A9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1"/>
          </p:nvPr>
        </p:nvSpPr>
        <p:spPr/>
        <p:txBody>
          <a:bodyPr/>
          <a:p>
            <a:fld id="{D0D5672A-C069-4BE3-92B6-8700341EF9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4"/>
          </p:nvPr>
        </p:nvSpPr>
        <p:spPr/>
        <p:txBody>
          <a:bodyPr/>
          <a:p>
            <a:fld id="{964A0D04-2EBD-45FB-A9F1-91ECBC2477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67"/>
          </p:nvPr>
        </p:nvSpPr>
        <p:spPr/>
        <p:txBody>
          <a:bodyPr/>
          <a:p>
            <a:fld id="{7C95FAAC-BB72-458B-AA20-EF07BD1ABA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0"/>
          </p:nvPr>
        </p:nvSpPr>
        <p:spPr/>
        <p:txBody>
          <a:bodyPr/>
          <a:p>
            <a:fld id="{7BAF19DE-41FF-48BD-A245-0AF3410421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3"/>
          </p:nvPr>
        </p:nvSpPr>
        <p:spPr/>
        <p:txBody>
          <a:bodyPr/>
          <a:p>
            <a:fld id="{1AC7E317-2568-494E-B04F-D3AC3CEBD4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6"/>
          </p:nvPr>
        </p:nvSpPr>
        <p:spPr/>
        <p:txBody>
          <a:bodyPr/>
          <a:p>
            <a:fld id="{D1586ADE-AB41-4DDE-923F-275A9C2E50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7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48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49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50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51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52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53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54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55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56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57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58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5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523880" y="2177280"/>
            <a:ext cx="9141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69580CE-ED54-4D36-A66F-2CE9A4B6391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523880" y="2177280"/>
            <a:ext cx="9141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8DC7E89-9DBE-4CF8-AF53-584669D6B4E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6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DDB8F2A-237F-4FC7-9011-3822E1302AB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E047A7A-0181-4EB4-94EB-983439EB83C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523880" y="2177280"/>
            <a:ext cx="9141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14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sldNum" idx="14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668B59F-5CA8-4A8A-B43D-3109C950661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ftr" idx="14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ldNum" idx="14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8EA6D4E-F4DA-462F-ADB8-D7D35526E04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ftr" idx="14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ldNum" idx="14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BD112B7-4CDC-45A3-A57B-D08E16ACB19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ftr" idx="15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 idx="15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F0DB749-5ED5-4107-A600-31DB3629DCC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523880" y="2177280"/>
            <a:ext cx="9141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ftr" idx="15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sldNum" idx="15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42653BC-4F8F-4BDD-A31C-45A29D22A44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ftr" idx="15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ldNum" idx="15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2E74D7C-EB2B-4209-B5CF-44B74DAB8F3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523880" y="2177280"/>
            <a:ext cx="9141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ftr" idx="16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sldNum" idx="16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7C68C78-E524-410E-A00D-88D5BAD19A3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PlaceHolder 6"/>
          <p:cNvSpPr>
            <a:spLocks noGrp="1"/>
          </p:cNvSpPr>
          <p:nvPr>
            <p:ph type="dt" idx="16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ftr" idx="16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sldNum" idx="16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3423F93-5A72-4B7C-9C63-6877A8C310D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dt" idx="16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1523880" y="2177280"/>
            <a:ext cx="9141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ftr" idx="16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6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182FFDA-54CE-4B17-BA3D-08C4229979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6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ftr" idx="16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sldNum" idx="17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A193CAC-1ED1-41DD-9C98-841E18C8EF4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17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ftr" idx="17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17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2A7012D-7874-4519-879C-306D2806B79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dt" idx="17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ftr" idx="17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sldNum" idx="17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5B9093C-AEF3-44F5-83E4-87EF501603E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dt" idx="17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7280" cy="622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240" cy="177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9240" cy="482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0720" cy="12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br>
              <a:rPr sz="3000"/>
            </a:br>
            <a:br>
              <a:rPr sz="3000"/>
            </a:br>
            <a:r>
              <a:rPr b="1" lang="en-US" sz="3000" spc="11" strike="noStrike" u="none">
                <a:solidFill>
                  <a:srgbClr val="5983b0"/>
                </a:solidFill>
                <a:effectLst/>
                <a:uFillTx/>
                <a:latin typeface="Roboto"/>
                <a:ea typeface="Roboto"/>
              </a:rPr>
              <a:t>Hanwha Vision</a:t>
            </a:r>
            <a:br>
              <a:rPr sz="3000"/>
            </a:b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1</a:t>
            </a:r>
            <a:r>
              <a:rPr b="1" lang="en-US" sz="3000" strike="noStrike" u="none" baseline="33000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st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 Sep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’25 – 15</a:t>
            </a:r>
            <a:r>
              <a:rPr b="1" lang="en-US" sz="3000" spc="11" strike="noStrike" u="none" baseline="33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th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Sep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’25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Straight Connector 6"/>
          <p:cNvCxnSpPr/>
          <p:nvPr/>
        </p:nvCxnSpPr>
        <p:spPr>
          <a:xfrm>
            <a:off x="364320" y="2859480"/>
            <a:ext cx="4956120" cy="28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286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9000" cy="101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09400" y="382320"/>
            <a:ext cx="1775160" cy="5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Box 2"/>
          <p:cNvSpPr/>
          <p:nvPr/>
        </p:nvSpPr>
        <p:spPr>
          <a:xfrm>
            <a:off x="3522960" y="2935440"/>
            <a:ext cx="2310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11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Bhavika Rafaliya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576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92" name="TextBox 12"/>
          <p:cNvSpPr/>
          <p:nvPr/>
        </p:nvSpPr>
        <p:spPr>
          <a:xfrm>
            <a:off x="326520" y="6380280"/>
            <a:ext cx="4057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4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448920" y="1262880"/>
            <a:ext cx="9155160" cy="29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Bhavika Rafaliya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Parth Jotangiya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Jayendra makwana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Hasti Tilva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Rashmi Patel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Hiten Parmar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Adnan Mansuri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504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9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00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448920" y="811080"/>
            <a:ext cx="11404440" cy="54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the dashboard performance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Chart displays negative data.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Display deleted zones in report performance table.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Active class was not added to dashboard.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Widgets are not display under dashboard. 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Testing application with existing DB.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page refresh issue(application redirected to welcome page).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Heatmap render issue on datetime change.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Test application as per client shared testcases.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Delete unused svg from application.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KT for BI Dashboard application installer.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Reviewing the Document for installer.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504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Straight Connector 1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07" name="Rectangle 2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8" name="Picture 1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Subtitle 1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"/>
          <p:cNvSpPr/>
          <p:nvPr/>
        </p:nvSpPr>
        <p:spPr>
          <a:xfrm>
            <a:off x="448920" y="811080"/>
            <a:ext cx="11404440" cy="54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permission issue for event logs.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Review the application installer code.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Checked new vs total widget.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new vs total widget tooltip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Reviewed the Exception logs requirement.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Add TimeFormat field in user preference.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Checked the infinite call to refresh token and fixed it.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Event logs optimization.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my report changes (as per People and vehicle).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576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Roadblocks / issues if any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14" name="TextBox 12"/>
          <p:cNvSpPr/>
          <p:nvPr/>
        </p:nvSpPr>
        <p:spPr>
          <a:xfrm>
            <a:off x="326520" y="6380280"/>
            <a:ext cx="4057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6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5"/>
          <p:cNvSpPr/>
          <p:nvPr/>
        </p:nvSpPr>
        <p:spPr>
          <a:xfrm>
            <a:off x="440640" y="1352520"/>
            <a:ext cx="1140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5760" cy="65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Improvement Points Identified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1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22" name="TextBox 12"/>
          <p:cNvSpPr/>
          <p:nvPr/>
        </p:nvSpPr>
        <p:spPr>
          <a:xfrm>
            <a:off x="326520" y="6380280"/>
            <a:ext cx="4057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4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5"/>
          <p:cNvSpPr/>
          <p:nvPr/>
        </p:nvSpPr>
        <p:spPr>
          <a:xfrm>
            <a:off x="448560" y="1325160"/>
            <a:ext cx="1140444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5040" cy="65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Any New Problem Statement Seen / Identified * If any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9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30" name="TextBox 12"/>
          <p:cNvSpPr/>
          <p:nvPr/>
        </p:nvSpPr>
        <p:spPr>
          <a:xfrm>
            <a:off x="326520" y="6380280"/>
            <a:ext cx="4057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2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3"/>
          <p:cNvSpPr/>
          <p:nvPr/>
        </p:nvSpPr>
        <p:spPr>
          <a:xfrm>
            <a:off x="448560" y="1325160"/>
            <a:ext cx="1140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176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Achievements/Extra mile of the week * if any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7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38" name="TextBox 12"/>
          <p:cNvSpPr/>
          <p:nvPr/>
        </p:nvSpPr>
        <p:spPr>
          <a:xfrm>
            <a:off x="326520" y="6380280"/>
            <a:ext cx="4057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40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3"/>
          <p:cNvSpPr/>
          <p:nvPr/>
        </p:nvSpPr>
        <p:spPr>
          <a:xfrm>
            <a:off x="448560" y="1225800"/>
            <a:ext cx="114044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7280" cy="622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240" cy="177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0720" cy="102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07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7" name="Straight Connector 6"/>
          <p:cNvCxnSpPr/>
          <p:nvPr/>
        </p:nvCxnSpPr>
        <p:spPr>
          <a:xfrm>
            <a:off x="524880" y="1622160"/>
            <a:ext cx="4323240" cy="28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348" name="Straight Connector 5"/>
          <p:cNvCxnSpPr/>
          <p:nvPr/>
        </p:nvCxnSpPr>
        <p:spPr>
          <a:xfrm>
            <a:off x="335880" y="6301080"/>
            <a:ext cx="11522880" cy="288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349" name="TextBox 9"/>
          <p:cNvSpPr/>
          <p:nvPr/>
        </p:nvSpPr>
        <p:spPr>
          <a:xfrm>
            <a:off x="135720" y="6384600"/>
            <a:ext cx="38836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ubtitle 2"/>
          <p:cNvSpPr/>
          <p:nvPr/>
        </p:nvSpPr>
        <p:spPr>
          <a:xfrm>
            <a:off x="457560" y="2609640"/>
            <a:ext cx="23382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ubtitle 2"/>
          <p:cNvSpPr/>
          <p:nvPr/>
        </p:nvSpPr>
        <p:spPr>
          <a:xfrm>
            <a:off x="2798640" y="2609640"/>
            <a:ext cx="23382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ubtitle 2"/>
          <p:cNvSpPr/>
          <p:nvPr/>
        </p:nvSpPr>
        <p:spPr>
          <a:xfrm>
            <a:off x="7244280" y="796680"/>
            <a:ext cx="36972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ubtitle 2"/>
          <p:cNvSpPr/>
          <p:nvPr/>
        </p:nvSpPr>
        <p:spPr>
          <a:xfrm>
            <a:off x="7581240" y="129204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ubtitle 2"/>
          <p:cNvSpPr/>
          <p:nvPr/>
        </p:nvSpPr>
        <p:spPr>
          <a:xfrm>
            <a:off x="7581240" y="168768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ubtitle 2"/>
          <p:cNvSpPr/>
          <p:nvPr/>
        </p:nvSpPr>
        <p:spPr>
          <a:xfrm>
            <a:off x="7581240" y="2083320"/>
            <a:ext cx="36972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6" name="Straight Connector 12"/>
          <p:cNvCxnSpPr/>
          <p:nvPr/>
        </p:nvCxnSpPr>
        <p:spPr>
          <a:xfrm>
            <a:off x="7326720" y="1179720"/>
            <a:ext cx="3071160" cy="28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57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Subtitle 2"/>
          <p:cNvSpPr/>
          <p:nvPr/>
        </p:nvSpPr>
        <p:spPr>
          <a:xfrm>
            <a:off x="7244280" y="2842200"/>
            <a:ext cx="36972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ubtitle 2"/>
          <p:cNvSpPr/>
          <p:nvPr/>
        </p:nvSpPr>
        <p:spPr>
          <a:xfrm>
            <a:off x="7581240" y="333756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ubtitle 2"/>
          <p:cNvSpPr/>
          <p:nvPr/>
        </p:nvSpPr>
        <p:spPr>
          <a:xfrm>
            <a:off x="7581240" y="373320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ubtitle 2"/>
          <p:cNvSpPr/>
          <p:nvPr/>
        </p:nvSpPr>
        <p:spPr>
          <a:xfrm>
            <a:off x="7581240" y="4128480"/>
            <a:ext cx="3697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4" name="Straight Connector 24"/>
          <p:cNvCxnSpPr/>
          <p:nvPr/>
        </p:nvCxnSpPr>
        <p:spPr>
          <a:xfrm>
            <a:off x="7326720" y="3224880"/>
            <a:ext cx="3071160" cy="28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65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9120" cy="24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9120" cy="2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3560" cy="24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0160" cy="24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9120" cy="2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4" name="Straight Connector 58"/>
          <p:cNvCxnSpPr/>
          <p:nvPr/>
        </p:nvCxnSpPr>
        <p:spPr>
          <a:xfrm>
            <a:off x="2580120" y="2716200"/>
            <a:ext cx="2880" cy="52272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Application>LibreOffice/25.2.5.2$Windows_X86_64 LibreOffice_project/03d19516eb2e1dd5d4ccd751a0d6f35f35e08022</Application>
  <AppVersion>15.0000</AppVersion>
  <Words>1563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2025-09-24T14:54:56Z</dcterms:modified>
  <cp:revision>1199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