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Sep’25 – 15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Sep’25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Improved the code by removing unnecessary API calls from the dashboard.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Took a full database backup to test locally.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Had a client call with Sachin to discuss dashboard and floor plan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Fixed dashboard widget design problems related to multiple API calls.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Discussed safety measure implementation.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with Hiten to improve background jobs by adding calculated delays and executing them in chunks to reduce CPU spikes.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Tested the application and prepared the release document.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Released the dashboard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Coordinated with the client regarding the “add new device” issue.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Fixed the </a:t>
            </a:r>
            <a:r>
              <a:rPr lang="en-US" sz="1600" spc="-1" dirty="0" err="1">
                <a:solidFill>
                  <a:srgbClr val="000000"/>
                </a:solidFill>
              </a:rPr>
              <a:t>HttpDelete</a:t>
            </a:r>
            <a:r>
              <a:rPr lang="en-US" sz="1600" spc="-1" dirty="0">
                <a:solidFill>
                  <a:srgbClr val="000000"/>
                </a:solidFill>
              </a:rPr>
              <a:t> API issue.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Investigated and found the device issue in the people/vehicle widget.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and fixed the drawer close issue.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BC424-FFB4-00B7-3875-2C5D8D56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F342E5-75D3-F311-F943-3D2A13C836E6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26EC8-52AB-FCAD-F87F-90B93392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32C6B-DB40-64F6-9347-351B931F5A14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29D7F6-1757-FA1B-7D1E-80C0A81F10DA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F128E-DA1E-BA75-43F3-D61F7AF1622D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C5D1CE-8862-4559-6C63-F35B27AD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40F77E9-4C12-CBCC-6DF9-B62FF2BA78DC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BC16E-8724-A3B5-A2BA-94CA9A7AF554}"/>
              </a:ext>
            </a:extLst>
          </p:cNvPr>
          <p:cNvSpPr txBox="1"/>
          <p:nvPr/>
        </p:nvSpPr>
        <p:spPr>
          <a:xfrm>
            <a:off x="448734" y="1158058"/>
            <a:ext cx="11407266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Released the BI dashboard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Understood the application installer flow.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on the application test case file shared by Bala.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an API permission issue.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Had a client call with Bala to provide installation support.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the infinite API call issue caused by the refresh token.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Reviewed all queries raised by Bala and prepared responses.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Client meeting with Bala to discuss queries and provide suggestions.</a:t>
            </a:r>
          </a:p>
        </p:txBody>
      </p:sp>
    </p:spTree>
    <p:extLst>
      <p:ext uri="{BB962C8B-B14F-4D97-AF65-F5344CB8AC3E}">
        <p14:creationId xmlns:p14="http://schemas.microsoft.com/office/powerpoint/2010/main" val="420160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6121</TotalTime>
  <Words>436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Sep’25 – 15th Sep’25</vt:lpstr>
      <vt:lpstr>Meeting Participants</vt:lpstr>
      <vt:lpstr>Jayendra Makvana - Highlights of the work done in two weeks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540</cp:revision>
  <dcterms:created xsi:type="dcterms:W3CDTF">2023-01-02T08:33:04Z</dcterms:created>
  <dcterms:modified xsi:type="dcterms:W3CDTF">2025-09-24T09:54:29Z</dcterms:modified>
</cp:coreProperties>
</file>