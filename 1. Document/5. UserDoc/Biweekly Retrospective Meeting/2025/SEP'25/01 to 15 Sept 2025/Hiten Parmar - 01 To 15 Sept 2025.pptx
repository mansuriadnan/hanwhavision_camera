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8B4C78-ED4B-02F3-99E7-FF1C2D7A8DE9}" v="1581" dt="2025-09-24T09:34:51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entere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wmf"/><Relationship Id="rId21" Type="http://schemas.openxmlformats.org/officeDocument/2006/relationships/image" Target="../media/image20.png"/><Relationship Id="rId7" Type="http://schemas.openxmlformats.org/officeDocument/2006/relationships/image" Target="../media/image7.wmf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wmf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6.wmf"/><Relationship Id="rId11" Type="http://schemas.openxmlformats.org/officeDocument/2006/relationships/image" Target="../media/image10.png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6200" cy="621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88160" cy="177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7"/>
          <p:cNvPicPr/>
          <p:nvPr/>
        </p:nvPicPr>
        <p:blipFill>
          <a:blip r:embed="rId4"/>
          <a:stretch/>
        </p:blipFill>
        <p:spPr>
          <a:xfrm>
            <a:off x="0" y="2031840"/>
            <a:ext cx="12188160" cy="482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CustomShape 1"/>
          <p:cNvSpPr/>
          <p:nvPr/>
        </p:nvSpPr>
        <p:spPr>
          <a:xfrm>
            <a:off x="364680" y="1778040"/>
            <a:ext cx="4803840" cy="96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3000" b="1" u="none" strike="noStrike" dirty="0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Hanwha Vision </a:t>
            </a:r>
            <a:br>
              <a:rPr sz="1800" dirty="0"/>
            </a:br>
            <a:r>
              <a:rPr lang="en-US" sz="3000" b="1" dirty="0">
                <a:solidFill>
                  <a:srgbClr val="262626"/>
                </a:solidFill>
                <a:latin typeface="Roboto"/>
                <a:ea typeface="Roboto"/>
              </a:rPr>
              <a:t>1st September’25</a:t>
            </a:r>
            <a:r>
              <a:rPr lang="en-US" sz="3000" b="1" u="none" strike="noStrike" dirty="0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 – </a:t>
            </a:r>
            <a:r>
              <a:rPr lang="en-US" sz="3000" b="1" dirty="0">
                <a:solidFill>
                  <a:srgbClr val="262626"/>
                </a:solidFill>
                <a:latin typeface="Roboto"/>
                <a:ea typeface="Roboto"/>
              </a:rPr>
              <a:t>15th</a:t>
            </a:r>
            <a:r>
              <a:rPr lang="en-US" sz="3000" b="1" u="none" strike="noStrike" dirty="0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3000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September’25</a:t>
            </a:r>
            <a:endParaRPr lang="en-IN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Line 2"/>
          <p:cNvSpPr/>
          <p:nvPr/>
        </p:nvSpPr>
        <p:spPr>
          <a:xfrm>
            <a:off x="364320" y="2859480"/>
            <a:ext cx="4953240" cy="360"/>
          </a:xfrm>
          <a:prstGeom prst="line">
            <a:avLst/>
          </a:prstGeom>
          <a:ln w="25560">
            <a:solidFill>
              <a:srgbClr val="65BB35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1" name="Picture 24"/>
          <p:cNvPicPr/>
          <p:nvPr/>
        </p:nvPicPr>
        <p:blipFill>
          <a:blip r:embed="rId5"/>
          <a:stretch/>
        </p:blipFill>
        <p:spPr>
          <a:xfrm>
            <a:off x="9562680" y="377280"/>
            <a:ext cx="2167920" cy="101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Picture 4"/>
          <p:cNvPicPr/>
          <p:nvPr/>
        </p:nvPicPr>
        <p:blipFill>
          <a:blip r:embed="rId6"/>
          <a:stretch/>
        </p:blipFill>
        <p:spPr>
          <a:xfrm>
            <a:off x="524880" y="611280"/>
            <a:ext cx="1774080" cy="52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CustomShape 3"/>
          <p:cNvSpPr/>
          <p:nvPr/>
        </p:nvSpPr>
        <p:spPr>
          <a:xfrm>
            <a:off x="3657600" y="2921040"/>
            <a:ext cx="1715400" cy="37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7030A0"/>
                </a:solidFill>
                <a:effectLst/>
                <a:uFillTx/>
                <a:latin typeface="Roboto"/>
                <a:ea typeface="Roboto"/>
              </a:rPr>
              <a:t>Hiten Parmar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507960" y="126000"/>
            <a:ext cx="747468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Meeting Participants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9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CustomShape 7"/>
          <p:cNvSpPr/>
          <p:nvPr/>
        </p:nvSpPr>
        <p:spPr>
          <a:xfrm>
            <a:off x="448560" y="1270800"/>
            <a:ext cx="8210160" cy="258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Parth Jotangiya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Jayendra Makvana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Adnan Mansuri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Hiten Parmar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Rashmi Patel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Hasti Kaneriya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Bhavika Gamdha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507960" y="126000"/>
            <a:ext cx="1115100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Highlights of the work done in two weeks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5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27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CustomShape 7"/>
          <p:cNvSpPr/>
          <p:nvPr/>
        </p:nvSpPr>
        <p:spPr>
          <a:xfrm>
            <a:off x="448560" y="1051920"/>
            <a:ext cx="9990360" cy="33903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2575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400" b="1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Back end development of Client Application:</a:t>
            </a:r>
            <a:endParaRPr lang="en-IN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latin typeface="Calibri"/>
                <a:cs typeface="Arial"/>
              </a:rPr>
              <a:t>Solved wrong device display issue in device configuration.</a:t>
            </a: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Optimize background service</a:t>
            </a: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Test application functionality.</a:t>
            </a: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Understand installation process of project.</a:t>
            </a: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Changes for time format in profile.</a:t>
            </a: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Created </a:t>
            </a:r>
            <a:r>
              <a:rPr lang="en-US" sz="1400" dirty="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api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for exception log.</a:t>
            </a:r>
          </a:p>
          <a:p>
            <a:pPr marL="3175">
              <a:lnSpc>
                <a:spcPct val="150000"/>
              </a:lnSpc>
              <a:buClr>
                <a:srgbClr val="000000"/>
              </a:buClr>
            </a:pPr>
            <a:endParaRPr lang="en-US" sz="1400" dirty="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pPr marL="431800" lvl="1" indent="-2159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dirty="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IN" sz="1400">
              <a:solidFill>
                <a:srgbClr val="000000"/>
              </a:solidFill>
              <a:latin typeface="Arial"/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507960" y="126000"/>
            <a:ext cx="1114416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Roadblocks / issues if any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3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35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CustomShape 7"/>
          <p:cNvSpPr/>
          <p:nvPr/>
        </p:nvSpPr>
        <p:spPr>
          <a:xfrm>
            <a:off x="448560" y="1236600"/>
            <a:ext cx="11403360" cy="4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Not have any point.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507960" y="126000"/>
            <a:ext cx="747468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Improvement Points Identified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43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ustomShape 7"/>
          <p:cNvSpPr/>
          <p:nvPr/>
        </p:nvSpPr>
        <p:spPr>
          <a:xfrm>
            <a:off x="448560" y="1235880"/>
            <a:ext cx="1140336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26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Need to Improve communication skill.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7" name="CustomShape 2"/>
          <p:cNvSpPr/>
          <p:nvPr/>
        </p:nvSpPr>
        <p:spPr>
          <a:xfrm>
            <a:off x="507960" y="126000"/>
            <a:ext cx="1115100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Any New Problem Statement Seen / Identified * If any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9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51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CustomShape 7"/>
          <p:cNvSpPr/>
          <p:nvPr/>
        </p:nvSpPr>
        <p:spPr>
          <a:xfrm>
            <a:off x="448560" y="1264680"/>
            <a:ext cx="1106496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26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There is no any problem statement identified yet.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5" name="CustomShape 2"/>
          <p:cNvSpPr/>
          <p:nvPr/>
        </p:nvSpPr>
        <p:spPr>
          <a:xfrm>
            <a:off x="507960" y="126000"/>
            <a:ext cx="1082844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Achievements/Extra mile of the week * if any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7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59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CustomShape 7"/>
          <p:cNvSpPr/>
          <p:nvPr/>
        </p:nvSpPr>
        <p:spPr>
          <a:xfrm>
            <a:off x="448560" y="1198800"/>
            <a:ext cx="9670320" cy="3469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2575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There have been no achievements recorded in the 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DejaVu Sans"/>
              </a:rPr>
              <a:t>first two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weeks of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alibri"/>
                <a:ea typeface="DejaVu Sans"/>
              </a:rPr>
              <a:t>september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2025.</a:t>
            </a:r>
            <a:endParaRPr lang="en-IN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6200" cy="621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88160" cy="177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CustomShape 1"/>
          <p:cNvSpPr/>
          <p:nvPr/>
        </p:nvSpPr>
        <p:spPr>
          <a:xfrm>
            <a:off x="457560" y="462960"/>
            <a:ext cx="5219640" cy="10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000" b="1" u="none" strike="noStrik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Thank You For </a:t>
            </a:r>
            <a:br>
              <a:rPr sz="1800"/>
            </a:br>
            <a:r>
              <a:rPr lang="en-US" sz="3000" b="1" u="none" strike="noStrik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Your Time &amp; Attention!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457560" y="1756080"/>
            <a:ext cx="5219640" cy="69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9999"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Line 3"/>
          <p:cNvSpPr/>
          <p:nvPr/>
        </p:nvSpPr>
        <p:spPr>
          <a:xfrm>
            <a:off x="524880" y="1622160"/>
            <a:ext cx="4320360" cy="360"/>
          </a:xfrm>
          <a:prstGeom prst="line">
            <a:avLst/>
          </a:prstGeom>
          <a:ln w="25560">
            <a:solidFill>
              <a:srgbClr val="65BB35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7" name="Line 4"/>
          <p:cNvSpPr/>
          <p:nvPr/>
        </p:nvSpPr>
        <p:spPr>
          <a:xfrm>
            <a:off x="335880" y="630108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8" name="CustomShape 5"/>
          <p:cNvSpPr/>
          <p:nvPr/>
        </p:nvSpPr>
        <p:spPr>
          <a:xfrm>
            <a:off x="161640" y="6384600"/>
            <a:ext cx="382896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Roboto"/>
                <a:ea typeface="Roboto"/>
              </a:rPr>
              <a:t>© 2023 SPEC INDIA. All Rights Reserved.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ustomShape 6"/>
          <p:cNvSpPr/>
          <p:nvPr/>
        </p:nvSpPr>
        <p:spPr>
          <a:xfrm>
            <a:off x="457560" y="2609640"/>
            <a:ext cx="233712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Visit us at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4"/>
              </a:rPr>
              <a:t>www.spec-india.com</a:t>
            </a: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4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CustomShape 7"/>
          <p:cNvSpPr/>
          <p:nvPr/>
        </p:nvSpPr>
        <p:spPr>
          <a:xfrm>
            <a:off x="2798640" y="2609640"/>
            <a:ext cx="233712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Write to us 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CustomShape 8"/>
          <p:cNvSpPr/>
          <p:nvPr/>
        </p:nvSpPr>
        <p:spPr>
          <a:xfrm>
            <a:off x="7244280" y="796680"/>
            <a:ext cx="3696120" cy="40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India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CustomShape 9"/>
          <p:cNvSpPr/>
          <p:nvPr/>
        </p:nvSpPr>
        <p:spPr>
          <a:xfrm>
            <a:off x="7581240" y="129204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5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CustomShape 10"/>
          <p:cNvSpPr/>
          <p:nvPr/>
        </p:nvSpPr>
        <p:spPr>
          <a:xfrm>
            <a:off x="7581240" y="168768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+91-79-26404031 to 34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CustomShape 11"/>
          <p:cNvSpPr/>
          <p:nvPr/>
        </p:nvSpPr>
        <p:spPr>
          <a:xfrm>
            <a:off x="7581240" y="2083320"/>
            <a:ext cx="3696120" cy="94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SPEC House”, Parth Complex,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Near Swastik Cross Roads, Navarangpura, Ahmedabad 380009, INDIA.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Line 12"/>
          <p:cNvSpPr/>
          <p:nvPr/>
        </p:nvSpPr>
        <p:spPr>
          <a:xfrm>
            <a:off x="7326720" y="1179720"/>
            <a:ext cx="3068280" cy="360"/>
          </a:xfrm>
          <a:prstGeom prst="line">
            <a:avLst/>
          </a:prstGeom>
          <a:ln w="12600">
            <a:solidFill>
              <a:srgbClr val="0B334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76" name="Picture 16"/>
          <p:cNvPicPr/>
          <p:nvPr/>
        </p:nvPicPr>
        <p:blipFill>
          <a:blip r:embed="rId6"/>
          <a:stretch/>
        </p:blipFill>
        <p:spPr>
          <a:xfrm>
            <a:off x="7326720" y="13316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Picture 17"/>
          <p:cNvPicPr/>
          <p:nvPr/>
        </p:nvPicPr>
        <p:blipFill>
          <a:blip r:embed="rId7"/>
          <a:stretch/>
        </p:blipFill>
        <p:spPr>
          <a:xfrm>
            <a:off x="7326720" y="172728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Picture 18"/>
          <p:cNvPicPr/>
          <p:nvPr/>
        </p:nvPicPr>
        <p:blipFill>
          <a:blip r:embed="rId8"/>
          <a:stretch/>
        </p:blipFill>
        <p:spPr>
          <a:xfrm>
            <a:off x="7328520" y="212292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CustomShape 13"/>
          <p:cNvSpPr/>
          <p:nvPr/>
        </p:nvSpPr>
        <p:spPr>
          <a:xfrm>
            <a:off x="7244280" y="2842200"/>
            <a:ext cx="3696120" cy="40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USA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CustomShape 14"/>
          <p:cNvSpPr/>
          <p:nvPr/>
        </p:nvSpPr>
        <p:spPr>
          <a:xfrm>
            <a:off x="7581240" y="333756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9"/>
              </a:rPr>
              <a:t>lead@spec-usa.net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CustomShape 15"/>
          <p:cNvSpPr/>
          <p:nvPr/>
        </p:nvSpPr>
        <p:spPr>
          <a:xfrm>
            <a:off x="7581240" y="373320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+ 1 908-450-9862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CustomShape 16"/>
          <p:cNvSpPr/>
          <p:nvPr/>
        </p:nvSpPr>
        <p:spPr>
          <a:xfrm>
            <a:off x="7581240" y="4128480"/>
            <a:ext cx="3696120" cy="51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Line 17"/>
          <p:cNvSpPr/>
          <p:nvPr/>
        </p:nvSpPr>
        <p:spPr>
          <a:xfrm>
            <a:off x="7326720" y="3224880"/>
            <a:ext cx="3068280" cy="360"/>
          </a:xfrm>
          <a:prstGeom prst="line">
            <a:avLst/>
          </a:prstGeom>
          <a:ln w="12600">
            <a:solidFill>
              <a:srgbClr val="0B334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84" name="Picture 25"/>
          <p:cNvPicPr/>
          <p:nvPr/>
        </p:nvPicPr>
        <p:blipFill>
          <a:blip r:embed="rId6"/>
          <a:stretch/>
        </p:blipFill>
        <p:spPr>
          <a:xfrm>
            <a:off x="7326720" y="337716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Picture 26"/>
          <p:cNvPicPr/>
          <p:nvPr/>
        </p:nvPicPr>
        <p:blipFill>
          <a:blip r:embed="rId7"/>
          <a:stretch/>
        </p:blipFill>
        <p:spPr>
          <a:xfrm>
            <a:off x="7326720" y="37724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Picture 27"/>
          <p:cNvPicPr/>
          <p:nvPr/>
        </p:nvPicPr>
        <p:blipFill>
          <a:blip r:embed="rId8"/>
          <a:stretch/>
        </p:blipFill>
        <p:spPr>
          <a:xfrm>
            <a:off x="7328520" y="416808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Picture 39" descr="Logo&#10;&#10;Description automatically generated"/>
          <p:cNvPicPr/>
          <p:nvPr/>
        </p:nvPicPr>
        <p:blipFill>
          <a:blip r:embed="rId10"/>
          <a:stretch/>
        </p:blipFill>
        <p:spPr>
          <a:xfrm>
            <a:off x="2600280" y="5526000"/>
            <a:ext cx="878040" cy="24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Picture 41" descr="A picture containing text, clipart&#10;&#10;Description automatically generated"/>
          <p:cNvPicPr/>
          <p:nvPr/>
        </p:nvPicPr>
        <p:blipFill>
          <a:blip r:embed="rId11"/>
          <a:stretch/>
        </p:blipFill>
        <p:spPr>
          <a:xfrm>
            <a:off x="3831120" y="5544000"/>
            <a:ext cx="1508040" cy="2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Picture 43" descr="A picture containing text, clipart&#10;&#10;Description automatically generated"/>
          <p:cNvPicPr/>
          <p:nvPr/>
        </p:nvPicPr>
        <p:blipFill>
          <a:blip r:embed="rId12"/>
          <a:stretch/>
        </p:blipFill>
        <p:spPr>
          <a:xfrm>
            <a:off x="5692320" y="5526000"/>
            <a:ext cx="762480" cy="24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Picture 45" descr="A picture containing text, clipart&#10;&#10;Description automatically generated"/>
          <p:cNvPicPr/>
          <p:nvPr/>
        </p:nvPicPr>
        <p:blipFill>
          <a:blip r:embed="rId13"/>
          <a:stretch/>
        </p:blipFill>
        <p:spPr>
          <a:xfrm>
            <a:off x="6807960" y="5526000"/>
            <a:ext cx="1279080" cy="24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Picture 47" descr="A picture containing text, transport, clipart, wheel&#10;&#10;Description automatically generated"/>
          <p:cNvPicPr/>
          <p:nvPr/>
        </p:nvPicPr>
        <p:blipFill>
          <a:blip r:embed="rId14"/>
          <a:stretch/>
        </p:blipFill>
        <p:spPr>
          <a:xfrm>
            <a:off x="8439840" y="5544000"/>
            <a:ext cx="1148040" cy="2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Picture 13" descr="Shape&#10;&#10;Description automatically generated"/>
          <p:cNvPicPr/>
          <p:nvPr/>
        </p:nvPicPr>
        <p:blipFill>
          <a:blip r:embed="rId15"/>
          <a:stretch/>
        </p:blipFill>
        <p:spPr>
          <a:xfrm>
            <a:off x="1162728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Picture 29" descr="A picture containing clipart&#10;&#10;Description automatically generated"/>
          <p:cNvPicPr/>
          <p:nvPr/>
        </p:nvPicPr>
        <p:blipFill>
          <a:blip r:embed="rId16"/>
          <a:stretch/>
        </p:blipFill>
        <p:spPr>
          <a:xfrm>
            <a:off x="1125756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Picture 31" descr="A picture containing text, clipart&#10;&#10;Description automatically generated"/>
          <p:cNvPicPr/>
          <p:nvPr/>
        </p:nvPicPr>
        <p:blipFill>
          <a:blip r:embed="rId17"/>
          <a:stretch/>
        </p:blipFill>
        <p:spPr>
          <a:xfrm>
            <a:off x="977760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Picture 35" descr="A picture containing text, clipart&#10;&#10;Description automatically generated"/>
          <p:cNvPicPr/>
          <p:nvPr/>
        </p:nvPicPr>
        <p:blipFill>
          <a:blip r:embed="rId18"/>
          <a:stretch/>
        </p:blipFill>
        <p:spPr>
          <a:xfrm>
            <a:off x="1014732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Picture 37" descr="A picture containing clipart&#10;&#10;Description automatically generated"/>
          <p:cNvPicPr/>
          <p:nvPr/>
        </p:nvPicPr>
        <p:blipFill>
          <a:blip r:embed="rId19"/>
          <a:stretch/>
        </p:blipFill>
        <p:spPr>
          <a:xfrm>
            <a:off x="1051740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Picture 40" descr="A picture containing text, clipart&#10;&#10;Description automatically generated"/>
          <p:cNvPicPr/>
          <p:nvPr/>
        </p:nvPicPr>
        <p:blipFill>
          <a:blip r:embed="rId20"/>
          <a:stretch/>
        </p:blipFill>
        <p:spPr>
          <a:xfrm>
            <a:off x="6960240" y="586368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Picture 44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8526960" y="585144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Picture 46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5586480" y="585144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Picture 49" descr="A picture containing text, clipart&#10;&#10;Description automatically generated"/>
          <p:cNvPicPr/>
          <p:nvPr/>
        </p:nvPicPr>
        <p:blipFill>
          <a:blip r:embed="rId20"/>
          <a:stretch/>
        </p:blipFill>
        <p:spPr>
          <a:xfrm>
            <a:off x="4098240" y="586368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Picture 50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2580480" y="585828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Picture 52" descr="A picture containing text, clipart&#10;&#10;Description automatically generated"/>
          <p:cNvPicPr/>
          <p:nvPr/>
        </p:nvPicPr>
        <p:blipFill>
          <a:blip r:embed="rId22"/>
          <a:stretch/>
        </p:blipFill>
        <p:spPr>
          <a:xfrm>
            <a:off x="10887480" y="642852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Line 18"/>
          <p:cNvSpPr/>
          <p:nvPr/>
        </p:nvSpPr>
        <p:spPr>
          <a:xfrm>
            <a:off x="2580120" y="2716200"/>
            <a:ext cx="360" cy="519840"/>
          </a:xfrm>
          <a:prstGeom prst="line">
            <a:avLst/>
          </a:prstGeom>
          <a:ln w="38160">
            <a:solidFill>
              <a:srgbClr val="E8E8EB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5656</TotalTim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subject/>
  <dc:creator>Amar Chuhan</dc:creator>
  <dc:description/>
  <cp:lastModifiedBy/>
  <cp:revision>631</cp:revision>
  <dcterms:created xsi:type="dcterms:W3CDTF">2023-01-02T08:33:04Z</dcterms:created>
  <dcterms:modified xsi:type="dcterms:W3CDTF">2025-09-24T09:35:00Z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0</vt:i4>
  </property>
  <property fmtid="{D5CDD505-2E9C-101B-9397-08002B2CF9AE}" pid="6" name="Notes">
    <vt:i4>0</vt:i4>
  </property>
  <property fmtid="{D5CDD505-2E9C-101B-9397-08002B2CF9AE}" pid="7" name="PresentationFormat">
    <vt:lpwstr>Widescreen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8</vt:i4>
  </property>
</Properties>
</file>