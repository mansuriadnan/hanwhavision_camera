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3"/>
    <p:sldId id="285" r:id="rId4"/>
    <p:sldId id="286" r:id="rId5"/>
    <p:sldId id="289" r:id="rId6"/>
    <p:sldId id="291" r:id="rId7"/>
    <p:sldId id="290" r:id="rId8"/>
    <p:sldId id="292" r:id="rId9"/>
    <p:sldId id="28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67"/>
    <p:restoredTop sz="94082"/>
  </p:normalViewPr>
  <p:slideViewPr>
    <p:cSldViewPr snapToGrid="0" snapToObjects="1" showGuides="1">
      <p:cViewPr varScale="1">
        <p:scale>
          <a:sx n="104" d="100"/>
          <a:sy n="104" d="100"/>
        </p:scale>
        <p:origin x="106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hyperlink" Target="http://www.spec-india.com/" TargetMode="External"/><Relationship Id="rId4" Type="http://schemas.openxmlformats.org/officeDocument/2006/relationships/image" Target="../media/image4.emf"/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hyperlink" Target="https://clutch.co/profile/spec-india" TargetMode="External"/><Relationship Id="rId8" Type="http://schemas.openxmlformats.org/officeDocument/2006/relationships/hyperlink" Target="mailto:lead@spec-usa.net" TargetMode="External"/><Relationship Id="rId7" Type="http://schemas.openxmlformats.org/officeDocument/2006/relationships/image" Target="../media/image8.emf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hyperlink" Target="mailto:lead@spec-india.com" TargetMode="External"/><Relationship Id="rId33" Type="http://schemas.openxmlformats.org/officeDocument/2006/relationships/slideLayout" Target="../slideLayouts/slideLayout1.xml"/><Relationship Id="rId32" Type="http://schemas.openxmlformats.org/officeDocument/2006/relationships/image" Target="../media/image21.png"/><Relationship Id="rId31" Type="http://schemas.openxmlformats.org/officeDocument/2006/relationships/hyperlink" Target="https://www.instagram.com/spec_india" TargetMode="External"/><Relationship Id="rId30" Type="http://schemas.openxmlformats.org/officeDocument/2006/relationships/image" Target="../media/image20.png"/><Relationship Id="rId3" Type="http://schemas.openxmlformats.org/officeDocument/2006/relationships/hyperlink" Target="http://www.spec-india.com/" TargetMode="External"/><Relationship Id="rId29" Type="http://schemas.openxmlformats.org/officeDocument/2006/relationships/image" Target="../media/image19.png"/><Relationship Id="rId28" Type="http://schemas.openxmlformats.org/officeDocument/2006/relationships/image" Target="../media/image18.png"/><Relationship Id="rId27" Type="http://schemas.openxmlformats.org/officeDocument/2006/relationships/hyperlink" Target="https://twitter.com/infospec_india" TargetMode="External"/><Relationship Id="rId26" Type="http://schemas.openxmlformats.org/officeDocument/2006/relationships/image" Target="../media/image17.png"/><Relationship Id="rId25" Type="http://schemas.openxmlformats.org/officeDocument/2006/relationships/hyperlink" Target="https://www.linkedin.com/company/spec-india/mycompany/" TargetMode="External"/><Relationship Id="rId24" Type="http://schemas.openxmlformats.org/officeDocument/2006/relationships/image" Target="../media/image16.png"/><Relationship Id="rId23" Type="http://schemas.openxmlformats.org/officeDocument/2006/relationships/hyperlink" Target="https://www.facebook.com/SPECINDIA.IT" TargetMode="External"/><Relationship Id="rId22" Type="http://schemas.openxmlformats.org/officeDocument/2006/relationships/image" Target="../media/image15.png"/><Relationship Id="rId21" Type="http://schemas.openxmlformats.org/officeDocument/2006/relationships/hyperlink" Target="https://dribbble.com/specindia" TargetMode="External"/><Relationship Id="rId20" Type="http://schemas.openxmlformats.org/officeDocument/2006/relationships/image" Target="../media/image14.png"/><Relationship Id="rId2" Type="http://schemas.openxmlformats.org/officeDocument/2006/relationships/image" Target="../media/image2.emf"/><Relationship Id="rId19" Type="http://schemas.openxmlformats.org/officeDocument/2006/relationships/hyperlink" Target="https://www.behance.net/specindia" TargetMode="External"/><Relationship Id="rId18" Type="http://schemas.openxmlformats.org/officeDocument/2006/relationships/image" Target="../media/image13.png"/><Relationship Id="rId17" Type="http://schemas.openxmlformats.org/officeDocument/2006/relationships/hyperlink" Target="https://www.glassdoor.co.in/Reviews/SPEC-INDIA-Reviews-E688018.htm" TargetMode="External"/><Relationship Id="rId16" Type="http://schemas.openxmlformats.org/officeDocument/2006/relationships/image" Target="../media/image12.png"/><Relationship Id="rId15" Type="http://schemas.openxmlformats.org/officeDocument/2006/relationships/hyperlink" Target="https://www.ambitionbox.com/reviews/spec-india-reviews" TargetMode="External"/><Relationship Id="rId14" Type="http://schemas.openxmlformats.org/officeDocument/2006/relationships/image" Target="../media/image11.png"/><Relationship Id="rId13" Type="http://schemas.openxmlformats.org/officeDocument/2006/relationships/hyperlink" Target="https://g.page/r/CRApINeFYBWKEAE" TargetMode="External"/><Relationship Id="rId12" Type="http://schemas.openxmlformats.org/officeDocument/2006/relationships/image" Target="../media/image10.png"/><Relationship Id="rId11" Type="http://schemas.openxmlformats.org/officeDocument/2006/relationships/hyperlink" Target="https://www.goodfirms.co/company/spec-india" TargetMode="External"/><Relationship Id="rId10" Type="http://schemas.openxmlformats.org/officeDocument/2006/relationships/image" Target="../media/image9.png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807733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IN" alt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01st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N" alt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Sep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’25 – </a:t>
            </a:r>
            <a:r>
              <a:rPr lang="en-IN" alt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15th Sep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’25</a:t>
            </a:r>
            <a:endParaRPr lang="en-US" sz="3000" b="1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3435927" y="2920993"/>
            <a:ext cx="1941085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70631"/>
            <a:ext cx="8214199" cy="260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Hasti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 err="1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  <a:sym typeface="+mn-ea"/>
              </a:rPr>
              <a:t>Bhavika Rafaliya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Highlights of the work done in two weeks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5713" y="1018937"/>
            <a:ext cx="11407266" cy="378460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Resolved the issue on production where report data was not showing as per the report configuration.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Fixed the license validation issue on production for the trial license.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 Resolved the issue with filter changes and CSV export, but the data is still coming as per the old filter.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Started working on handling large backup files uploaded into the database.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Rewrote the backup and restore methods for the database.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 Implemented large file restore functionality for the database.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Optimized the code for better performance and results.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Updated permissions by removing some from vehicles and creating a new traffic permission.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Created the Installer Guide document for the Hanwha Vision project.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Renamed widget from "Modal" to "Model" in the permission.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1148289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Roadblocks / issues if any 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733" y="1236555"/>
            <a:ext cx="11407266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b="0" strike="noStrike" spc="-1" dirty="0">
                <a:solidFill>
                  <a:srgbClr val="000000"/>
                </a:solidFill>
                <a:ea typeface="Roboto"/>
              </a:rPr>
              <a:t>Not have any point</a:t>
            </a:r>
            <a:r>
              <a:rPr lang="en-US" sz="1400" dirty="0">
                <a:ea typeface="Roboto" panose="02000000000000000000" pitchFamily="2" charset="0"/>
                <a:cs typeface="Arial" panose="020B0604020202020204" pitchFamily="34" charset="0"/>
              </a:rPr>
              <a:t>.</a:t>
            </a:r>
            <a:endParaRPr lang="en-US" sz="1400" b="1" dirty="0">
              <a:solidFill>
                <a:srgbClr val="FF0000"/>
              </a:solidFill>
              <a:highlight>
                <a:srgbClr val="FFFF00"/>
              </a:highlight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Improvement Points Identified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Any New Problem Statement Seen / Identified * If any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64590"/>
            <a:ext cx="1106901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There is no any problem statement identified yet.</a:t>
            </a: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Achievements/Extra mile of the week * if any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198913"/>
            <a:ext cx="9674322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There have been no achievements recorded in the first weeks of </a:t>
            </a:r>
            <a:r>
              <a:rPr lang="en-IN" altLang="en-US" sz="1400" dirty="0"/>
              <a:t>Sep </a:t>
            </a:r>
            <a:r>
              <a:rPr lang="en-US" sz="1400" dirty="0"/>
              <a:t>2025.</a:t>
            </a:r>
            <a:endParaRPr lang="en-US" altLang="en-IN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  <a:endParaRPr lang="en-US" sz="3000" b="1" spc="10" dirty="0">
              <a:solidFill>
                <a:srgbClr val="65BB35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  <a:endParaRPr lang="en-US" sz="1600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  <a:endParaRPr lang="en-US" sz="1400" spc="10" dirty="0">
              <a:solidFill>
                <a:schemeClr val="bg1">
                  <a:lumMod val="9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Subtitle 2"/>
          <p:cNvSpPr txBox="1"/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  <a:endParaRPr lang="en-US" sz="14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/>
          <p:cNvSpPr txBox="1"/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  <a:endParaRPr lang="en-US" sz="14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  <a:endParaRPr lang="en-US" sz="16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Subtitle 2"/>
          <p:cNvSpPr txBox="1"/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Subtitle 2"/>
          <p:cNvSpPr txBox="1"/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/>
          <p:cNvSpPr txBox="1"/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  <a:endParaRPr lang="en-US" sz="16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Subtitle 2"/>
          <p:cNvSpPr txBox="1"/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8"/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/>
          <p:cNvSpPr txBox="1"/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Subtitle 2"/>
          <p:cNvSpPr txBox="1"/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9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1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3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5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7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19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1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3"/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5"/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7"/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1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1926</Words>
  <Application>WPS Presentation</Application>
  <PresentationFormat>Widescreen</PresentationFormat>
  <Paragraphs>94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SimSun</vt:lpstr>
      <vt:lpstr>Wingdings</vt:lpstr>
      <vt:lpstr>Roboto</vt:lpstr>
      <vt:lpstr>Times New Roman</vt:lpstr>
      <vt:lpstr>Roboto Medium</vt:lpstr>
      <vt:lpstr>Calibri</vt:lpstr>
      <vt:lpstr>Roboto</vt:lpstr>
      <vt:lpstr>DejaVu Sans</vt:lpstr>
      <vt:lpstr>Wingdings</vt:lpstr>
      <vt:lpstr>Microsoft YaHei</vt:lpstr>
      <vt:lpstr>Arial Unicode MS</vt:lpstr>
      <vt:lpstr>Calibri Light</vt:lpstr>
      <vt:lpstr>Verdana</vt:lpstr>
      <vt:lpstr>Calibri</vt:lpstr>
      <vt:lpstr>Office Theme 2013 - 2022</vt:lpstr>
      <vt:lpstr>Hanwha Vision  01st Aug’25 – 15th Aug’25</vt:lpstr>
      <vt:lpstr>Meeting Participants</vt:lpstr>
      <vt:lpstr>Adnan Mansuri - Highlights of the work done in two weeks</vt:lpstr>
      <vt:lpstr>Adnan Mansuri - Roadblocks / issues if any </vt:lpstr>
      <vt:lpstr>Adnan Mansuri - Improvement Points Identified</vt:lpstr>
      <vt:lpstr>Adnan Mansuri - Any New Problem Statement Seen / Identified * If any</vt:lpstr>
      <vt:lpstr>Adnan Mansuri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adnan.mansuri</cp:lastModifiedBy>
  <cp:revision>617</cp:revision>
  <dcterms:created xsi:type="dcterms:W3CDTF">2023-01-02T08:33:00Z</dcterms:created>
  <dcterms:modified xsi:type="dcterms:W3CDTF">2025-09-24T09:43:48Z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ECA011DF5F114053B7E814CFE745E271</vt:lpwstr>
  </property>
  <property fmtid="{D5CDD505-2E9C-101B-9397-08002B2CF9AE}" pid="3" name="KSOProductBuildVer">
    <vt:lpwstr>1033-12.2.0.22549</vt:lpwstr>
  </property>
</Properties>
</file>