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_rels/slideMaster4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71.xml.rels" ContentType="application/vnd.openxmlformats-package.relationships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71.xml" ContentType="application/vnd.openxmlformats-officedocument.presentationml.slideMaster+xml"/>
  <Override PartName="/ppt/theme/theme26.xml" ContentType="application/vnd.openxmlformats-officedocument.theme+xml"/>
  <Override PartName="/ppt/theme/theme1.xml" ContentType="application/vnd.openxmlformats-officedocument.theme+xml"/>
  <Override PartName="/ppt/theme/theme27.xml" ContentType="application/vnd.openxmlformats-officedocument.theme+xml"/>
  <Override PartName="/ppt/theme/theme2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74" r:id="rId3"/>
    <p:sldMasterId id="2147483676" r:id="rId4"/>
    <p:sldMasterId id="2147483696" r:id="rId5"/>
    <p:sldMasterId id="2147483698" r:id="rId6"/>
    <p:sldMasterId id="2147483700" r:id="rId7"/>
    <p:sldMasterId id="2147483702" r:id="rId8"/>
    <p:sldMasterId id="2147483704" r:id="rId9"/>
    <p:sldMasterId id="2147483706" r:id="rId10"/>
    <p:sldMasterId id="2147483708" r:id="rId11"/>
    <p:sldMasterId id="2147483710" r:id="rId12"/>
    <p:sldMasterId id="2147483712" r:id="rId13"/>
    <p:sldMasterId id="2147483714" r:id="rId14"/>
    <p:sldMasterId id="2147483716" r:id="rId15"/>
    <p:sldMasterId id="2147483718" r:id="rId16"/>
    <p:sldMasterId id="2147483720" r:id="rId17"/>
    <p:sldMasterId id="2147483722" r:id="rId18"/>
    <p:sldMasterId id="2147483724" r:id="rId19"/>
    <p:sldMasterId id="2147483726" r:id="rId20"/>
    <p:sldMasterId id="2147483728" r:id="rId21"/>
    <p:sldMasterId id="2147483730" r:id="rId22"/>
    <p:sldMasterId id="2147483732" r:id="rId23"/>
    <p:sldMasterId id="2147483734" r:id="rId24"/>
    <p:sldMasterId id="2147483736" r:id="rId25"/>
    <p:sldMasterId id="2147483738" r:id="rId26"/>
    <p:sldMasterId id="2147483740" r:id="rId27"/>
    <p:sldMasterId id="2147483742" r:id="rId28"/>
    <p:sldMasterId id="2147483744" r:id="rId29"/>
    <p:sldMasterId id="2147483746" r:id="rId30"/>
    <p:sldMasterId id="2147483748" r:id="rId31"/>
    <p:sldMasterId id="2147483750" r:id="rId32"/>
    <p:sldMasterId id="2147483752" r:id="rId33"/>
    <p:sldMasterId id="2147483754" r:id="rId34"/>
    <p:sldMasterId id="2147483756" r:id="rId35"/>
    <p:sldMasterId id="2147483758" r:id="rId36"/>
  </p:sldMasterIdLst>
  <p:sldIdLst>
    <p:sldId id="256" r:id="rId37"/>
    <p:sldId id="257" r:id="rId38"/>
    <p:sldId id="258" r:id="rId39"/>
    <p:sldId id="259" r:id="rId40"/>
    <p:sldId id="260" r:id="rId41"/>
    <p:sldId id="261" r:id="rId42"/>
    <p:sldId id="262" r:id="rId43"/>
    <p:sldId id="263" r:id="rId4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0.xml"/><Relationship Id="rId4" Type="http://schemas.openxmlformats.org/officeDocument/2006/relationships/slideMaster" Target="slideMasters/slideMaster21.xml"/><Relationship Id="rId5" Type="http://schemas.openxmlformats.org/officeDocument/2006/relationships/slideMaster" Target="slideMasters/slideMaster40.xml"/><Relationship Id="rId6" Type="http://schemas.openxmlformats.org/officeDocument/2006/relationships/slideMaster" Target="slideMasters/slideMaster41.xml"/><Relationship Id="rId7" Type="http://schemas.openxmlformats.org/officeDocument/2006/relationships/slideMaster" Target="slideMasters/slideMaster42.xml"/><Relationship Id="rId8" Type="http://schemas.openxmlformats.org/officeDocument/2006/relationships/slideMaster" Target="slideMasters/slideMaster43.xml"/><Relationship Id="rId9" Type="http://schemas.openxmlformats.org/officeDocument/2006/relationships/slideMaster" Target="slideMasters/slideMaster44.xml"/><Relationship Id="rId10" Type="http://schemas.openxmlformats.org/officeDocument/2006/relationships/slideMaster" Target="slideMasters/slideMaster45.xml"/><Relationship Id="rId11" Type="http://schemas.openxmlformats.org/officeDocument/2006/relationships/slideMaster" Target="slideMasters/slideMaster46.xml"/><Relationship Id="rId12" Type="http://schemas.openxmlformats.org/officeDocument/2006/relationships/slideMaster" Target="slideMasters/slideMaster47.xml"/><Relationship Id="rId13" Type="http://schemas.openxmlformats.org/officeDocument/2006/relationships/slideMaster" Target="slideMasters/slideMaster48.xml"/><Relationship Id="rId14" Type="http://schemas.openxmlformats.org/officeDocument/2006/relationships/slideMaster" Target="slideMasters/slideMaster49.xml"/><Relationship Id="rId15" Type="http://schemas.openxmlformats.org/officeDocument/2006/relationships/slideMaster" Target="slideMasters/slideMaster50.xml"/><Relationship Id="rId16" Type="http://schemas.openxmlformats.org/officeDocument/2006/relationships/slideMaster" Target="slideMasters/slideMaster51.xml"/><Relationship Id="rId17" Type="http://schemas.openxmlformats.org/officeDocument/2006/relationships/slideMaster" Target="slideMasters/slideMaster52.xml"/><Relationship Id="rId18" Type="http://schemas.openxmlformats.org/officeDocument/2006/relationships/slideMaster" Target="slideMasters/slideMaster53.xml"/><Relationship Id="rId19" Type="http://schemas.openxmlformats.org/officeDocument/2006/relationships/slideMaster" Target="slideMasters/slideMaster54.xml"/><Relationship Id="rId20" Type="http://schemas.openxmlformats.org/officeDocument/2006/relationships/slideMaster" Target="slideMasters/slideMaster55.xml"/><Relationship Id="rId21" Type="http://schemas.openxmlformats.org/officeDocument/2006/relationships/slideMaster" Target="slideMasters/slideMaster56.xml"/><Relationship Id="rId22" Type="http://schemas.openxmlformats.org/officeDocument/2006/relationships/slideMaster" Target="slideMasters/slideMaster57.xml"/><Relationship Id="rId23" Type="http://schemas.openxmlformats.org/officeDocument/2006/relationships/slideMaster" Target="slideMasters/slideMaster58.xml"/><Relationship Id="rId24" Type="http://schemas.openxmlformats.org/officeDocument/2006/relationships/slideMaster" Target="slideMasters/slideMaster59.xml"/><Relationship Id="rId25" Type="http://schemas.openxmlformats.org/officeDocument/2006/relationships/slideMaster" Target="slideMasters/slideMaster60.xml"/><Relationship Id="rId26" Type="http://schemas.openxmlformats.org/officeDocument/2006/relationships/slideMaster" Target="slideMasters/slideMaster61.xml"/><Relationship Id="rId27" Type="http://schemas.openxmlformats.org/officeDocument/2006/relationships/slideMaster" Target="slideMasters/slideMaster62.xml"/><Relationship Id="rId28" Type="http://schemas.openxmlformats.org/officeDocument/2006/relationships/slideMaster" Target="slideMasters/slideMaster63.xml"/><Relationship Id="rId29" Type="http://schemas.openxmlformats.org/officeDocument/2006/relationships/slideMaster" Target="slideMasters/slideMaster64.xml"/><Relationship Id="rId30" Type="http://schemas.openxmlformats.org/officeDocument/2006/relationships/slideMaster" Target="slideMasters/slideMaster65.xml"/><Relationship Id="rId31" Type="http://schemas.openxmlformats.org/officeDocument/2006/relationships/slideMaster" Target="slideMasters/slideMaster66.xml"/><Relationship Id="rId32" Type="http://schemas.openxmlformats.org/officeDocument/2006/relationships/slideMaster" Target="slideMasters/slideMaster67.xml"/><Relationship Id="rId33" Type="http://schemas.openxmlformats.org/officeDocument/2006/relationships/slideMaster" Target="slideMasters/slideMaster68.xml"/><Relationship Id="rId34" Type="http://schemas.openxmlformats.org/officeDocument/2006/relationships/slideMaster" Target="slideMasters/slideMaster69.xml"/><Relationship Id="rId35" Type="http://schemas.openxmlformats.org/officeDocument/2006/relationships/slideMaster" Target="slideMasters/slideMaster70.xml"/><Relationship Id="rId36" Type="http://schemas.openxmlformats.org/officeDocument/2006/relationships/slideMaster" Target="slideMasters/slideMaster71.xml"/><Relationship Id="rId37" Type="http://schemas.openxmlformats.org/officeDocument/2006/relationships/slide" Target="slides/slide1.xml"/><Relationship Id="rId38" Type="http://schemas.openxmlformats.org/officeDocument/2006/relationships/slide" Target="slides/slide2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8.xml"/><Relationship Id="rId4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14D7370-DE54-4C29-A8D6-65B541BC2D2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EB0535E-6E87-4E4B-9D82-8F393D5184F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1CBA579-2894-44CE-9B85-A622EE120D4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2715637-C17A-4478-AE65-DD36D591565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B04B833-B038-4590-917C-27F05EC9F96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5FCFEF7-4ADE-4E31-84F0-EF9B97DBDE7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D2F8EAB-4BCF-4DF6-BF6C-FBBD8AD6F6C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49B491A-0372-4556-8EFF-2158D20F496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14B4646-E2B1-4144-A95F-5FD7AEE25C3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8F61591-8AC9-47EA-B401-CBE4915C560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68D0ECB-4876-43E5-A8D7-EB43B519F80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6BA4FB9-32E2-4962-A91E-869597448EB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CD4B1F4-2126-49ED-926F-B64E90D66BA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FF90106-4AA7-4F07-85D7-8932EB996B8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BB60CE0-5DEF-4F4A-8D7D-9AFA3E4BE77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20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20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1FFF294-7FEF-4E9D-B653-C209DD9B153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A0C8DFA-F152-4686-87AE-AFAA7816385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2E1BCD6-159A-46B2-B590-3F3C3FB6FDF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63356A2-1608-4EA5-836B-20FD99A684F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3722821-F1BB-44BB-B639-E78BB297D08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1152AFF-B792-45A6-B296-13AEB3BF35B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EE0F585-742E-4BCE-90CF-CC7B68C2400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6DA1DAA-F1A6-4D9F-8D79-4BEE4121533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06F74DD-2153-4831-88FD-23C190974DA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7007DCF-EAB2-410F-8E84-42A268C8866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904ADFE7-479E-4B10-945E-BF59234DEF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D3DBC43-C555-4187-AD12-A57B6471BA8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0D7FA66-DC69-4BDD-92CD-EE24D45D904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89D4DF6-E432-42EE-AFB5-A3D0FBAB2BF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ldNum" idx="89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B5EA397-1C17-469C-939F-29A3DA952C9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93EECC1-A85C-47C4-A325-0C0199A33CE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12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212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sldNum" idx="95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795B6F0-C9A2-4F84-8449-53115CA2116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PlaceHolder 6"/>
          <p:cNvSpPr>
            <a:spLocks noGrp="1"/>
          </p:cNvSpPr>
          <p:nvPr>
            <p:ph type="dt" idx="96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98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6C47641-0B44-4B6C-B697-AE561DE58E4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9B57AFD-1919-4B3B-988E-E619B56FD32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ftr" idx="103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sldNum" idx="104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8AAECB5-CB3C-4318-9AC1-C92EFD70A8E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ftr" idx="106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sldNum" idx="107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A0BBA31-082D-43AE-B686-A77549D041D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 type="dt" idx="108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ftr" idx="109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sldNum" idx="110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8CA5A78-C558-4C96-8475-01CA87676ED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dt" idx="111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ftr" idx="112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113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E33541A-9A96-41D0-A4B1-8B52422F886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dt" idx="114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ftr" idx="115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sldNum" idx="116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6F9E4D8-9F2A-4440-9036-AB95C6F094E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dt" idx="117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ftr" idx="118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ldNum" idx="119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1CED176-219C-4DCA-A213-959DD5F1C2F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dt" idx="120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ftr" idx="121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sldNum" idx="122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5BFA770-D359-4459-B108-6CCE89CEA8C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dt" idx="123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ftr" idx="124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ldNum" idx="125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1D3B7C3-C4C2-487E-A86C-D35491C8503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dt" idx="126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ftr" idx="127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sldNum" idx="128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45D346A-0FEA-4D43-A78E-8AC6209CA3C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dt" idx="129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ftr" idx="130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sldNum" idx="131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6A20209-FFD8-406B-ADE9-DEF3A6AC84C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dt" idx="132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ftr" idx="133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sldNum" idx="134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FF63C85-0AD0-44C3-9E94-1A4A4EEA53B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dt" idx="135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6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0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37"/>
          </p:nvPr>
        </p:nvSpPr>
        <p:spPr/>
        <p:txBody>
          <a:bodyPr/>
          <a:p>
            <a:fld id="{7312F5E4-55F2-4B78-B636-75693F70B4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0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0"/>
          </p:nvPr>
        </p:nvSpPr>
        <p:spPr/>
        <p:txBody>
          <a:bodyPr/>
          <a:p>
            <a:fld id="{BD4DA2AF-1471-475B-B20F-604F3B5D53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4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3"/>
          </p:nvPr>
        </p:nvSpPr>
        <p:spPr/>
        <p:txBody>
          <a:bodyPr/>
          <a:p>
            <a:fld id="{48B2BC72-B21C-4607-8DDE-F005385F52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0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6"/>
          </p:nvPr>
        </p:nvSpPr>
        <p:spPr/>
        <p:txBody>
          <a:bodyPr/>
          <a:p>
            <a:fld id="{DA2CDD7F-4531-4224-8826-A483446F6D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0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9"/>
          </p:nvPr>
        </p:nvSpPr>
        <p:spPr/>
        <p:txBody>
          <a:bodyPr/>
          <a:p>
            <a:fld id="{3F2E5A4C-49B3-4770-8427-5E56AFBA61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0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5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2"/>
          </p:nvPr>
        </p:nvSpPr>
        <p:spPr/>
        <p:txBody>
          <a:bodyPr/>
          <a:p>
            <a:fld id="{5D318BC4-418D-4F31-807A-EB7FE5ACDA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5"/>
          </p:nvPr>
        </p:nvSpPr>
        <p:spPr/>
        <p:txBody>
          <a:bodyPr/>
          <a:p>
            <a:fld id="{42AE82C9-AAC2-4D08-B01A-629F49082A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8"/>
          </p:nvPr>
        </p:nvSpPr>
        <p:spPr/>
        <p:txBody>
          <a:bodyPr/>
          <a:p>
            <a:fld id="{C3E0F5F7-64CE-4F64-9680-CBB186F15E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0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1"/>
          </p:nvPr>
        </p:nvSpPr>
        <p:spPr/>
        <p:txBody>
          <a:bodyPr/>
          <a:p>
            <a:fld id="{7ADE57F5-189C-49C0-901B-351FE68F88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4"/>
          </p:nvPr>
        </p:nvSpPr>
        <p:spPr/>
        <p:txBody>
          <a:bodyPr/>
          <a:p>
            <a:fld id="{23CD90D6-58BC-453C-87B5-2FCD61D968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7"/>
          </p:nvPr>
        </p:nvSpPr>
        <p:spPr/>
        <p:txBody>
          <a:bodyPr/>
          <a:p>
            <a:fld id="{48584107-87D9-4412-A483-41D04BE08D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0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0"/>
          </p:nvPr>
        </p:nvSpPr>
        <p:spPr/>
        <p:txBody>
          <a:bodyPr/>
          <a:p>
            <a:fld id="{30D22F6F-84DA-4778-B96F-B69E6CC260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7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0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3"/>
          </p:nvPr>
        </p:nvSpPr>
        <p:spPr/>
        <p:txBody>
          <a:bodyPr/>
          <a:p>
            <a:fld id="{F467159A-FCD0-4236-A223-6E48A9DDAE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7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0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6"/>
          </p:nvPr>
        </p:nvSpPr>
        <p:spPr/>
        <p:txBody>
          <a:bodyPr/>
          <a:p>
            <a:fld id="{59C58D35-769A-4560-8DD6-36BF3AE6E4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9"/>
          </p:nvPr>
        </p:nvSpPr>
        <p:spPr/>
        <p:txBody>
          <a:bodyPr/>
          <a:p>
            <a:fld id="{2B30341D-1EF6-4CA7-81C9-504D283629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2"/>
          </p:nvPr>
        </p:nvSpPr>
        <p:spPr/>
        <p:txBody>
          <a:bodyPr/>
          <a:p>
            <a:fld id="{AF11A642-8668-43E7-B030-8BE67154D7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0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8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5"/>
          </p:nvPr>
        </p:nvSpPr>
        <p:spPr/>
        <p:txBody>
          <a:bodyPr/>
          <a:p>
            <a:fld id="{4BF4177B-D79F-449F-861F-B28E7766C7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8"/>
          </p:nvPr>
        </p:nvSpPr>
        <p:spPr/>
        <p:txBody>
          <a:bodyPr/>
          <a:p>
            <a:fld id="{ADDC63D8-B6AC-46E5-B064-C3D6708943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0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91"/>
          </p:nvPr>
        </p:nvSpPr>
        <p:spPr/>
        <p:txBody>
          <a:bodyPr/>
          <a:p>
            <a:fld id="{F2DD49EC-FC57-485D-A377-62C5F06C95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0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94"/>
          </p:nvPr>
        </p:nvSpPr>
        <p:spPr/>
        <p:txBody>
          <a:bodyPr/>
          <a:p>
            <a:fld id="{A39D4356-A64A-40A0-9B98-ADB016FE3D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7"/>
          </p:nvPr>
        </p:nvSpPr>
        <p:spPr/>
        <p:txBody>
          <a:bodyPr/>
          <a:p>
            <a:fld id="{F024EA50-728D-422A-9136-0F596162B2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0"/>
          </p:nvPr>
        </p:nvSpPr>
        <p:spPr/>
        <p:txBody>
          <a:bodyPr/>
          <a:p>
            <a:fld id="{7D7BB0A7-6BFF-447D-8585-E2D4E6B7C4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0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3"/>
          </p:nvPr>
        </p:nvSpPr>
        <p:spPr/>
        <p:txBody>
          <a:bodyPr/>
          <a:p>
            <a:fld id="{C257C61A-71E0-4AD3-8A73-43F82F0A16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0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6"/>
          </p:nvPr>
        </p:nvSpPr>
        <p:spPr/>
        <p:txBody>
          <a:bodyPr/>
          <a:p>
            <a:fld id="{F884DF61-654E-4557-9332-49BF9D78E6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0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0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9"/>
          </p:nvPr>
        </p:nvSpPr>
        <p:spPr/>
        <p:txBody>
          <a:bodyPr/>
          <a:p>
            <a:fld id="{73E52CF9-24EB-46B9-B7FE-A79BF2A92E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2"/>
          </p:nvPr>
        </p:nvSpPr>
        <p:spPr/>
        <p:txBody>
          <a:bodyPr/>
          <a:p>
            <a:fld id="{7DE13C2A-FE10-4E87-B366-D075D176CD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0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/>
          </p:nvPr>
        </p:nvSpPr>
        <p:spPr>
          <a:xfrm>
            <a:off x="623160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5"/>
          </p:nvPr>
        </p:nvSpPr>
        <p:spPr/>
        <p:txBody>
          <a:bodyPr/>
          <a:p>
            <a:fld id="{B9DBFA42-6A8A-484B-AEA5-EDF529AD95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8"/>
          </p:nvPr>
        </p:nvSpPr>
        <p:spPr/>
        <p:txBody>
          <a:bodyPr/>
          <a:p>
            <a:fld id="{6FFC2522-02C7-4623-A26E-F75CC948F8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06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21"/>
          </p:nvPr>
        </p:nvSpPr>
        <p:spPr/>
        <p:txBody>
          <a:bodyPr/>
          <a:p>
            <a:fld id="{209CB72D-B75F-4109-8A7E-DE79496CA1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4"/>
          </p:nvPr>
        </p:nvSpPr>
        <p:spPr/>
        <p:txBody>
          <a:bodyPr/>
          <a:p>
            <a:fld id="{2581337F-01B3-4524-8360-F5FA6ABE84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7"/>
          </p:nvPr>
        </p:nvSpPr>
        <p:spPr/>
        <p:txBody>
          <a:bodyPr/>
          <a:p>
            <a:fld id="{D648FE93-479D-494A-97FE-42F5A8DB82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0"/>
          </p:nvPr>
        </p:nvSpPr>
        <p:spPr/>
        <p:txBody>
          <a:bodyPr/>
          <a:p>
            <a:fld id="{0D6AAA20-6D45-4BC1-9654-1A55D37944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6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5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6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7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48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49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50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51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52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53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54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55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56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57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58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59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60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61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62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63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64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65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66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67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68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69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70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71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72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73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74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75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76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7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3FCDAEE-1584-4748-B5BE-1489E529A03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ftr" idx="136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37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CD3ACB1-8CC7-4B21-9077-251B64353D0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dt" idx="138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ftr" idx="139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5"/>
          <p:cNvSpPr>
            <a:spLocks noGrp="1"/>
          </p:cNvSpPr>
          <p:nvPr>
            <p:ph type="sldNum" idx="140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9A39603-6411-413B-9413-5846908D001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6"/>
          <p:cNvSpPr>
            <a:spLocks noGrp="1"/>
          </p:cNvSpPr>
          <p:nvPr>
            <p:ph type="dt" idx="141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ftr" idx="142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 type="sldNum" idx="143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8BE6604-2A94-400C-A0FD-7CF028B8393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dt" idx="144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ftr" idx="145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sldNum" idx="146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C6982FE-55B6-4A2F-872D-E87D5AE9329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 type="dt" idx="147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ftr" idx="148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5"/>
          <p:cNvSpPr>
            <a:spLocks noGrp="1"/>
          </p:cNvSpPr>
          <p:nvPr>
            <p:ph type="sldNum" idx="149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10BE746-0EF8-4DA6-8538-D965B66209D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6"/>
          <p:cNvSpPr>
            <a:spLocks noGrp="1"/>
          </p:cNvSpPr>
          <p:nvPr>
            <p:ph type="dt" idx="150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ftr" idx="151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52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6C1C610-E6C1-4F35-B7A7-51820425346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dt" idx="153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ftr" idx="154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sldNum" idx="155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671513E-1B39-4245-9D36-7A95D24BCC8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dt" idx="156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ftr" idx="157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sldNum" idx="158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014274C-8683-4AB2-9F12-F28D70DD0F8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dt" idx="159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ftr" idx="160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 type="sldNum" idx="161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D57D2CD-60EF-4717-A901-71DD523B8A2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PlaceHolder 5"/>
          <p:cNvSpPr>
            <a:spLocks noGrp="1"/>
          </p:cNvSpPr>
          <p:nvPr>
            <p:ph type="dt" idx="162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ftr" idx="163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sldNum" idx="164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8F6B8BF-4933-4431-BA48-74253B0DFBC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dt" idx="165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ftr" idx="166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sldNum" idx="167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867C35C-9D89-4B76-AC4D-160FCE617AD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dt" idx="168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ftr" idx="169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70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8B1FC2C-6BF2-48D9-AD65-42110433A9D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 type="dt" idx="171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 type="ftr" idx="172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PlaceHolder 5"/>
          <p:cNvSpPr>
            <a:spLocks noGrp="1"/>
          </p:cNvSpPr>
          <p:nvPr>
            <p:ph type="sldNum" idx="173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AB87712-C432-4D74-903C-E82435D0332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6"/>
          <p:cNvSpPr>
            <a:spLocks noGrp="1"/>
          </p:cNvSpPr>
          <p:nvPr>
            <p:ph type="dt" idx="174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ftr" idx="175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sldNum" idx="176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FD16DE4-A58C-4EDA-BD6C-24610ED42B7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PlaceHolder 5"/>
          <p:cNvSpPr>
            <a:spLocks noGrp="1"/>
          </p:cNvSpPr>
          <p:nvPr>
            <p:ph type="dt" idx="177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ftr" idx="178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sldNum" idx="179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00D7752-F3D7-4F31-94B4-51E4A411AB2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dt" idx="180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ftr" idx="181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sldNum" idx="182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866FD6A-4D2A-4E19-99D6-CFF98CE20CE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dt" idx="183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ftr" idx="184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 type="sldNum" idx="185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D5D6A37-3797-4492-B89C-E53697D7385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PlaceHolder 5"/>
          <p:cNvSpPr>
            <a:spLocks noGrp="1"/>
          </p:cNvSpPr>
          <p:nvPr>
            <p:ph type="dt" idx="186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ftr" idx="187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sldNum" idx="188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A5373E5-5683-401D-AEBC-ADFAE5F485C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dt" idx="189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 type="ftr" idx="190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PlaceHolder 5"/>
          <p:cNvSpPr>
            <a:spLocks noGrp="1"/>
          </p:cNvSpPr>
          <p:nvPr>
            <p:ph type="sldNum" idx="191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CB8FE51-73FE-4A4B-A4F8-A81B1593F4A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PlaceHolder 6"/>
          <p:cNvSpPr>
            <a:spLocks noGrp="1"/>
          </p:cNvSpPr>
          <p:nvPr>
            <p:ph type="dt" idx="192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ftr" idx="193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194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FCC6FA3-A787-4039-BE2B-5BEF7A57E22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 type="dt" idx="195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ftr" idx="196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sldNum" idx="197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F81BAAD-7BC3-4F94-86A6-FFA1A95822F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dt" idx="198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ftr" idx="199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sldNum" idx="200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0F0FD73-ED79-4C35-9BE5-83CC182CECB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dt" idx="201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ftr" idx="202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sldNum" idx="203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E0B9EE4-EBA6-4DF5-B11C-017CD126CCF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dt" idx="204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ftr" idx="205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sldNum" idx="206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041F9DD-01B7-4F37-A6DC-628B16C9F15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dt" idx="207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ftr" idx="208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PlaceHolder 4"/>
          <p:cNvSpPr>
            <a:spLocks noGrp="1"/>
          </p:cNvSpPr>
          <p:nvPr>
            <p:ph type="sldNum" idx="209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DEF8094-D18D-4831-83FA-26F54F464EF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PlaceHolder 5"/>
          <p:cNvSpPr>
            <a:spLocks noGrp="1"/>
          </p:cNvSpPr>
          <p:nvPr>
            <p:ph type="dt" idx="210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ftr" idx="211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sldNum" idx="212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0D242E0-FA27-4478-92FC-E5607CBACE5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dt" idx="213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4"/>
          <p:cNvSpPr>
            <a:spLocks noGrp="1"/>
          </p:cNvSpPr>
          <p:nvPr>
            <p:ph type="ftr" idx="214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PlaceHolder 5"/>
          <p:cNvSpPr>
            <a:spLocks noGrp="1"/>
          </p:cNvSpPr>
          <p:nvPr>
            <p:ph type="sldNum" idx="215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EBB7F2B-4643-4E3A-9896-E586E37A5B3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6"/>
          <p:cNvSpPr>
            <a:spLocks noGrp="1"/>
          </p:cNvSpPr>
          <p:nvPr>
            <p:ph type="dt" idx="216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ftr" idx="217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sldNum" idx="218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D507A5F-B1B1-4032-8FDE-AD70093CF4F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dt" idx="219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609480" y="707400"/>
            <a:ext cx="109706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ftr" idx="220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221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BB102E0-B089-4DB3-BFCE-0AD98BD951D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PlaceHolder 4"/>
          <p:cNvSpPr>
            <a:spLocks noGrp="1"/>
          </p:cNvSpPr>
          <p:nvPr>
            <p:ph type="dt" idx="222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ftr" idx="223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sldNum" idx="224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70B7759-7B5A-4C1C-A989-ECAB8EE662D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dt" idx="225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ftr" idx="226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sldNum" idx="227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69D6D75-FC38-4C58-AFE3-63DE397C325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dt" idx="228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ftr" idx="229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sldNum" idx="230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5C542E3-4008-42FF-B602-7AACAC96A68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dt" idx="231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hyperlink" Target="http://www.spec-india.com/" TargetMode="External"/><Relationship Id="rId6" Type="http://schemas.openxmlformats.org/officeDocument/2006/relationships/image" Target="../media/image5.wmf"/><Relationship Id="rId7" Type="http://schemas.openxmlformats.org/officeDocument/2006/relationships/slideLayout" Target="../slideLayouts/slideLayout1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7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7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7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7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7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7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6.wmf"/><Relationship Id="rId9" Type="http://schemas.openxmlformats.org/officeDocument/2006/relationships/image" Target="../media/image7.wmf"/><Relationship Id="rId10" Type="http://schemas.openxmlformats.org/officeDocument/2006/relationships/image" Target="../media/image8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6.wmf"/><Relationship Id="rId13" Type="http://schemas.openxmlformats.org/officeDocument/2006/relationships/image" Target="../media/image7.wmf"/><Relationship Id="rId14" Type="http://schemas.openxmlformats.org/officeDocument/2006/relationships/image" Target="../media/image8.wmf"/><Relationship Id="rId15" Type="http://schemas.openxmlformats.org/officeDocument/2006/relationships/hyperlink" Target="https://clutch.co/profile/spec-india" TargetMode="External"/><Relationship Id="rId16" Type="http://schemas.openxmlformats.org/officeDocument/2006/relationships/image" Target="../media/image9.png"/><Relationship Id="rId17" Type="http://schemas.openxmlformats.org/officeDocument/2006/relationships/hyperlink" Target="https://www.goodfirms.co/company/spec-india" TargetMode="External"/><Relationship Id="rId18" Type="http://schemas.openxmlformats.org/officeDocument/2006/relationships/image" Target="../media/image10.png"/><Relationship Id="rId19" Type="http://schemas.openxmlformats.org/officeDocument/2006/relationships/hyperlink" Target="https://g.page/r/CRApINeFYBWKEAE" TargetMode="External"/><Relationship Id="rId20" Type="http://schemas.openxmlformats.org/officeDocument/2006/relationships/image" Target="../media/image11.png"/><Relationship Id="rId21" Type="http://schemas.openxmlformats.org/officeDocument/2006/relationships/hyperlink" Target="https://www.ambitionbox.com/reviews/spec-india-reviews" TargetMode="External"/><Relationship Id="rId22" Type="http://schemas.openxmlformats.org/officeDocument/2006/relationships/image" Target="../media/image12.png"/><Relationship Id="rId23" Type="http://schemas.openxmlformats.org/officeDocument/2006/relationships/hyperlink" Target="https://www.glassdoor.co.in/Reviews/SPEC-INDIA-Reviews-E688018.htm" TargetMode="External"/><Relationship Id="rId24" Type="http://schemas.openxmlformats.org/officeDocument/2006/relationships/image" Target="../media/image13.png"/><Relationship Id="rId25" Type="http://schemas.openxmlformats.org/officeDocument/2006/relationships/hyperlink" Target="https://www.behance.net/specindia" TargetMode="External"/><Relationship Id="rId26" Type="http://schemas.openxmlformats.org/officeDocument/2006/relationships/image" Target="../media/image14.png"/><Relationship Id="rId27" Type="http://schemas.openxmlformats.org/officeDocument/2006/relationships/hyperlink" Target="https://dribbble.com/specindia" TargetMode="External"/><Relationship Id="rId28" Type="http://schemas.openxmlformats.org/officeDocument/2006/relationships/image" Target="../media/image15.png"/><Relationship Id="rId29" Type="http://schemas.openxmlformats.org/officeDocument/2006/relationships/hyperlink" Target="https://www.facebook.com/SPECINDIA.IT" TargetMode="External"/><Relationship Id="rId30" Type="http://schemas.openxmlformats.org/officeDocument/2006/relationships/image" Target="../media/image16.png"/><Relationship Id="rId31" Type="http://schemas.openxmlformats.org/officeDocument/2006/relationships/hyperlink" Target="https://www.linkedin.com/company/spec-india/mycompany/" TargetMode="External"/><Relationship Id="rId32" Type="http://schemas.openxmlformats.org/officeDocument/2006/relationships/image" Target="../media/image17.png"/><Relationship Id="rId33" Type="http://schemas.openxmlformats.org/officeDocument/2006/relationships/hyperlink" Target="https://twitter.com/infospec_india" TargetMode="External"/><Relationship Id="rId34" Type="http://schemas.openxmlformats.org/officeDocument/2006/relationships/image" Target="../media/image18.png"/><Relationship Id="rId35" Type="http://schemas.openxmlformats.org/officeDocument/2006/relationships/image" Target="../media/image19.png"/><Relationship Id="rId36" Type="http://schemas.openxmlformats.org/officeDocument/2006/relationships/image" Target="../media/image20.png"/><Relationship Id="rId37" Type="http://schemas.openxmlformats.org/officeDocument/2006/relationships/image" Target="../media/image20.png"/><Relationship Id="rId38" Type="http://schemas.openxmlformats.org/officeDocument/2006/relationships/image" Target="../media/image19.png"/><Relationship Id="rId39" Type="http://schemas.openxmlformats.org/officeDocument/2006/relationships/image" Target="../media/image20.png"/><Relationship Id="rId40" Type="http://schemas.openxmlformats.org/officeDocument/2006/relationships/hyperlink" Target="https://www.instagram.com/spec_india" TargetMode="External"/><Relationship Id="rId41" Type="http://schemas.openxmlformats.org/officeDocument/2006/relationships/image" Target="../media/image21.png"/><Relationship Id="rId42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Picture 19" descr=""/>
          <p:cNvPicPr/>
          <p:nvPr/>
        </p:nvPicPr>
        <p:blipFill>
          <a:blip r:embed="rId1"/>
          <a:stretch/>
        </p:blipFill>
        <p:spPr>
          <a:xfrm>
            <a:off x="178200" y="-228600"/>
            <a:ext cx="6675480" cy="621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9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7440" cy="177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0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87440" cy="482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364680" y="1778040"/>
            <a:ext cx="4803120" cy="96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Hanwha Vision   </a:t>
            </a:r>
            <a:br>
              <a:rPr sz="3000"/>
            </a:b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01</a:t>
            </a:r>
            <a:r>
              <a:rPr b="1" lang="en-US" sz="3000" spc="6" strike="noStrike" u="none" baseline="330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st</a:t>
            </a: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 - 15</a:t>
            </a:r>
            <a:r>
              <a:rPr b="1" lang="en-US" sz="3000" spc="6" strike="noStrike" u="none" baseline="330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th</a:t>
            </a: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  Septmber’25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2" name="Straight Connector 6"/>
          <p:cNvCxnSpPr/>
          <p:nvPr/>
        </p:nvCxnSpPr>
        <p:spPr>
          <a:xfrm>
            <a:off x="364320" y="2859480"/>
            <a:ext cx="4957920" cy="468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373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67200" cy="101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4" name="Picture 4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524880" y="611280"/>
            <a:ext cx="1773360" cy="52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Title 1"/>
          <p:cNvSpPr/>
          <p:nvPr/>
        </p:nvSpPr>
        <p:spPr>
          <a:xfrm>
            <a:off x="3657600" y="2921040"/>
            <a:ext cx="2283120" cy="37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90000"/>
              </a:lnSpc>
            </a:pPr>
            <a:r>
              <a:rPr b="1" lang="en-US" sz="2000" spc="6" strike="noStrike" u="none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Rashmi Patel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Rectangle 4"/>
          <p:cNvSpPr/>
          <p:nvPr/>
        </p:nvSpPr>
        <p:spPr>
          <a:xfrm>
            <a:off x="335880" y="380880"/>
            <a:ext cx="11515320" cy="6303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396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8" name="Straight Connector 8"/>
          <p:cNvCxnSpPr/>
          <p:nvPr/>
        </p:nvCxnSpPr>
        <p:spPr>
          <a:xfrm>
            <a:off x="335880" y="6222960"/>
            <a:ext cx="11524680" cy="46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79" name="TextBox 12"/>
          <p:cNvSpPr/>
          <p:nvPr/>
        </p:nvSpPr>
        <p:spPr>
          <a:xfrm>
            <a:off x="326520" y="6380280"/>
            <a:ext cx="405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Rectangle 7"/>
          <p:cNvSpPr/>
          <p:nvPr/>
        </p:nvSpPr>
        <p:spPr>
          <a:xfrm>
            <a:off x="335880" y="380880"/>
            <a:ext cx="108000" cy="6303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81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1880" cy="29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Subtitle 2"/>
          <p:cNvSpPr/>
          <p:nvPr/>
        </p:nvSpPr>
        <p:spPr>
          <a:xfrm>
            <a:off x="4835880" y="6443640"/>
            <a:ext cx="25153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5"/>
          <p:cNvSpPr/>
          <p:nvPr/>
        </p:nvSpPr>
        <p:spPr>
          <a:xfrm>
            <a:off x="448560" y="1270800"/>
            <a:ext cx="8209440" cy="25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Parth Jotangiya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Jayendra Makvana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Adnan Mansuri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Hiten Parmar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Rashmi Patel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Hasti Kaneriya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Bhavika Gamdha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Rectangle 4"/>
          <p:cNvSpPr/>
          <p:nvPr/>
        </p:nvSpPr>
        <p:spPr>
          <a:xfrm>
            <a:off x="335880" y="380880"/>
            <a:ext cx="11515320" cy="6303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028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Highlights of the work done in two weeks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6" name="Straight Connector 8"/>
          <p:cNvCxnSpPr/>
          <p:nvPr/>
        </p:nvCxnSpPr>
        <p:spPr>
          <a:xfrm>
            <a:off x="335880" y="6222960"/>
            <a:ext cx="11524680" cy="46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87" name="TextBox 12"/>
          <p:cNvSpPr/>
          <p:nvPr/>
        </p:nvSpPr>
        <p:spPr>
          <a:xfrm>
            <a:off x="326520" y="6380280"/>
            <a:ext cx="405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7"/>
          <p:cNvSpPr/>
          <p:nvPr/>
        </p:nvSpPr>
        <p:spPr>
          <a:xfrm>
            <a:off x="335880" y="380880"/>
            <a:ext cx="108000" cy="6303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89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1880" cy="29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0" name="Subtitle 2"/>
          <p:cNvSpPr/>
          <p:nvPr/>
        </p:nvSpPr>
        <p:spPr>
          <a:xfrm>
            <a:off x="4835880" y="6443640"/>
            <a:ext cx="25153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5"/>
          <p:cNvSpPr/>
          <p:nvPr/>
        </p:nvSpPr>
        <p:spPr>
          <a:xfrm>
            <a:off x="255600" y="593280"/>
            <a:ext cx="11402640" cy="66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marL="285840" indent="-285840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Front end development of Hanwha Application: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Client App: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floor plan widget scroll for full width image.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Resolved floor plan widget scroll full width image.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Worked on Active class issue on first click on any dashboard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Resolve the reload application then remove the permission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Add the Autofocus functionality in all form troughtout the Application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testing the functionality as per excelsheet given by client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Delete the SVG images of dashboard setup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Resolved the multiple Notification detail call when click on bell icon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testing the functionality as per excelsheet given by client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fixed the multiple feture wise live count call in floor plan widget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Attend KT session for BI Application Installer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Resolve tooltip issue in new vs total visitor chart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Worked on implementation of exception log screen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Added the select All option in Floor plasn widget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Rectangle 4"/>
          <p:cNvSpPr/>
          <p:nvPr/>
        </p:nvSpPr>
        <p:spPr>
          <a:xfrm>
            <a:off x="335880" y="380880"/>
            <a:ext cx="11515320" cy="6303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4344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Roadblocks / issues if any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4" name="Straight Connector 8"/>
          <p:cNvCxnSpPr/>
          <p:nvPr/>
        </p:nvCxnSpPr>
        <p:spPr>
          <a:xfrm>
            <a:off x="335880" y="6222960"/>
            <a:ext cx="11524680" cy="46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95" name="TextBox 12"/>
          <p:cNvSpPr/>
          <p:nvPr/>
        </p:nvSpPr>
        <p:spPr>
          <a:xfrm>
            <a:off x="326520" y="6380280"/>
            <a:ext cx="405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Rectangle 7"/>
          <p:cNvSpPr/>
          <p:nvPr/>
        </p:nvSpPr>
        <p:spPr>
          <a:xfrm>
            <a:off x="335880" y="380880"/>
            <a:ext cx="108000" cy="6303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97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1880" cy="29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8" name="Subtitle 2"/>
          <p:cNvSpPr/>
          <p:nvPr/>
        </p:nvSpPr>
        <p:spPr>
          <a:xfrm>
            <a:off x="4835880" y="6443640"/>
            <a:ext cx="25153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3"/>
          <p:cNvSpPr/>
          <p:nvPr/>
        </p:nvSpPr>
        <p:spPr>
          <a:xfrm>
            <a:off x="448560" y="1236600"/>
            <a:ext cx="114026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 have any point.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Rectangle 4"/>
          <p:cNvSpPr/>
          <p:nvPr/>
        </p:nvSpPr>
        <p:spPr>
          <a:xfrm>
            <a:off x="335880" y="380880"/>
            <a:ext cx="11515320" cy="6303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396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Improvement Points Identified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2" name="Straight Connector 8"/>
          <p:cNvCxnSpPr/>
          <p:nvPr/>
        </p:nvCxnSpPr>
        <p:spPr>
          <a:xfrm>
            <a:off x="335880" y="6222960"/>
            <a:ext cx="11524680" cy="46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403" name="TextBox 12"/>
          <p:cNvSpPr/>
          <p:nvPr/>
        </p:nvSpPr>
        <p:spPr>
          <a:xfrm>
            <a:off x="326520" y="6380280"/>
            <a:ext cx="405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 7"/>
          <p:cNvSpPr/>
          <p:nvPr/>
        </p:nvSpPr>
        <p:spPr>
          <a:xfrm>
            <a:off x="335880" y="380880"/>
            <a:ext cx="108000" cy="6303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05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1880" cy="29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Subtitle 2"/>
          <p:cNvSpPr/>
          <p:nvPr/>
        </p:nvSpPr>
        <p:spPr>
          <a:xfrm>
            <a:off x="4835880" y="6443640"/>
            <a:ext cx="25153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5"/>
          <p:cNvSpPr/>
          <p:nvPr/>
        </p:nvSpPr>
        <p:spPr>
          <a:xfrm>
            <a:off x="448560" y="1235880"/>
            <a:ext cx="11402640" cy="92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Need to Improve communication skill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Need to improve turn around time (TAT) on the each assigned task. So, that will be helpful for me to complete the responsibilities in timely manner. </a:t>
            </a:r>
            <a:r>
              <a:rPr b="0" lang="en-US" sz="1400" strike="noStrike" u="none"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Calibri"/>
                <a:ea typeface="Roboto"/>
              </a:rPr>
              <a:t>Most Imp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Rectangle 4"/>
          <p:cNvSpPr/>
          <p:nvPr/>
        </p:nvSpPr>
        <p:spPr>
          <a:xfrm>
            <a:off x="335880" y="380880"/>
            <a:ext cx="11515320" cy="6303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028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Any New Problem Statement Seen / Identified * If any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0" name="Straight Connector 8"/>
          <p:cNvCxnSpPr/>
          <p:nvPr/>
        </p:nvCxnSpPr>
        <p:spPr>
          <a:xfrm>
            <a:off x="335880" y="6222960"/>
            <a:ext cx="11524680" cy="46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411" name="TextBox 12"/>
          <p:cNvSpPr/>
          <p:nvPr/>
        </p:nvSpPr>
        <p:spPr>
          <a:xfrm>
            <a:off x="326520" y="6380280"/>
            <a:ext cx="405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Rectangle 7"/>
          <p:cNvSpPr/>
          <p:nvPr/>
        </p:nvSpPr>
        <p:spPr>
          <a:xfrm>
            <a:off x="335880" y="380880"/>
            <a:ext cx="108000" cy="6303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13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1880" cy="29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Subtitle 2"/>
          <p:cNvSpPr/>
          <p:nvPr/>
        </p:nvSpPr>
        <p:spPr>
          <a:xfrm>
            <a:off x="4835880" y="6443640"/>
            <a:ext cx="25153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5"/>
          <p:cNvSpPr/>
          <p:nvPr/>
        </p:nvSpPr>
        <p:spPr>
          <a:xfrm>
            <a:off x="448560" y="1264680"/>
            <a:ext cx="1106424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"/>
              </a:rPr>
              <a:t>There is no any problem statement identified yet.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Rectangle 4"/>
          <p:cNvSpPr/>
          <p:nvPr/>
        </p:nvSpPr>
        <p:spPr>
          <a:xfrm>
            <a:off x="335880" y="380880"/>
            <a:ext cx="11515320" cy="6303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082772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Achievements/Extra mile of the week * if any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8" name="Straight Connector 8"/>
          <p:cNvCxnSpPr/>
          <p:nvPr/>
        </p:nvCxnSpPr>
        <p:spPr>
          <a:xfrm>
            <a:off x="335880" y="6222960"/>
            <a:ext cx="11524680" cy="46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419" name="TextBox 12"/>
          <p:cNvSpPr/>
          <p:nvPr/>
        </p:nvSpPr>
        <p:spPr>
          <a:xfrm>
            <a:off x="326520" y="6380280"/>
            <a:ext cx="40500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Rectangle 7"/>
          <p:cNvSpPr/>
          <p:nvPr/>
        </p:nvSpPr>
        <p:spPr>
          <a:xfrm>
            <a:off x="335880" y="380880"/>
            <a:ext cx="108000" cy="6303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21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1880" cy="29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Subtitle 2"/>
          <p:cNvSpPr/>
          <p:nvPr/>
        </p:nvSpPr>
        <p:spPr>
          <a:xfrm>
            <a:off x="4835880" y="6443640"/>
            <a:ext cx="25153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5"/>
          <p:cNvSpPr/>
          <p:nvPr/>
        </p:nvSpPr>
        <p:spPr>
          <a:xfrm>
            <a:off x="448560" y="1198800"/>
            <a:ext cx="966960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There have been no achievements recorded in the last two weeks.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5480" cy="621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5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7440" cy="177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18920" cy="102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000" spc="6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b="1" lang="en-US" sz="3000" spc="6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18920" cy="69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8" name="Straight Connector 6"/>
          <p:cNvCxnSpPr/>
          <p:nvPr/>
        </p:nvCxnSpPr>
        <p:spPr>
          <a:xfrm>
            <a:off x="524880" y="1622160"/>
            <a:ext cx="4325040" cy="468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429" name="Straight Connector 5"/>
          <p:cNvCxnSpPr/>
          <p:nvPr/>
        </p:nvCxnSpPr>
        <p:spPr>
          <a:xfrm>
            <a:off x="335880" y="6301080"/>
            <a:ext cx="11524680" cy="468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430" name="TextBox 9"/>
          <p:cNvSpPr/>
          <p:nvPr/>
        </p:nvSpPr>
        <p:spPr>
          <a:xfrm>
            <a:off x="147960" y="6384600"/>
            <a:ext cx="38563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ubtitle 2"/>
          <p:cNvSpPr/>
          <p:nvPr/>
        </p:nvSpPr>
        <p:spPr>
          <a:xfrm>
            <a:off x="457560" y="2609640"/>
            <a:ext cx="233640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pc="6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ubtitle 2"/>
          <p:cNvSpPr/>
          <p:nvPr/>
        </p:nvSpPr>
        <p:spPr>
          <a:xfrm>
            <a:off x="2798640" y="2609640"/>
            <a:ext cx="233640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ubtitle 2"/>
          <p:cNvSpPr/>
          <p:nvPr/>
        </p:nvSpPr>
        <p:spPr>
          <a:xfrm>
            <a:off x="7244280" y="796680"/>
            <a:ext cx="369540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ubtitle 2"/>
          <p:cNvSpPr/>
          <p:nvPr/>
        </p:nvSpPr>
        <p:spPr>
          <a:xfrm>
            <a:off x="7581240" y="1292040"/>
            <a:ext cx="3695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pc="6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7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ubtitle 2"/>
          <p:cNvSpPr/>
          <p:nvPr/>
        </p:nvSpPr>
        <p:spPr>
          <a:xfrm>
            <a:off x="7581240" y="1687680"/>
            <a:ext cx="3695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ubtitle 2"/>
          <p:cNvSpPr/>
          <p:nvPr/>
        </p:nvSpPr>
        <p:spPr>
          <a:xfrm>
            <a:off x="7581240" y="2083320"/>
            <a:ext cx="36954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7" name="Straight Connector 12"/>
          <p:cNvCxnSpPr/>
          <p:nvPr/>
        </p:nvCxnSpPr>
        <p:spPr>
          <a:xfrm>
            <a:off x="7326720" y="1179720"/>
            <a:ext cx="3072960" cy="468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438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3920" cy="22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9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3920" cy="22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0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3920" cy="22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Subtitle 2"/>
          <p:cNvSpPr/>
          <p:nvPr/>
        </p:nvSpPr>
        <p:spPr>
          <a:xfrm>
            <a:off x="7244280" y="2842200"/>
            <a:ext cx="369540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ubtitle 2"/>
          <p:cNvSpPr/>
          <p:nvPr/>
        </p:nvSpPr>
        <p:spPr>
          <a:xfrm>
            <a:off x="7581240" y="3337560"/>
            <a:ext cx="3695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ubtitle 2"/>
          <p:cNvSpPr/>
          <p:nvPr/>
        </p:nvSpPr>
        <p:spPr>
          <a:xfrm>
            <a:off x="7581240" y="3733200"/>
            <a:ext cx="3695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ubtitle 2"/>
          <p:cNvSpPr/>
          <p:nvPr/>
        </p:nvSpPr>
        <p:spPr>
          <a:xfrm>
            <a:off x="7581240" y="4128480"/>
            <a:ext cx="3695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5" name="Straight Connector 24"/>
          <p:cNvCxnSpPr/>
          <p:nvPr/>
        </p:nvCxnSpPr>
        <p:spPr>
          <a:xfrm>
            <a:off x="7326720" y="3224880"/>
            <a:ext cx="3072960" cy="468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446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3920" cy="22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7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3920" cy="22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8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3920" cy="22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9" name="Picture 39" descr="Logo&#10;&#10;Description automatically generated">
            <a:hlinkClick r:id="rId15"/>
          </p:cNvPr>
          <p:cNvPicPr/>
          <p:nvPr/>
        </p:nvPicPr>
        <p:blipFill>
          <a:blip r:embed="rId16"/>
          <a:stretch/>
        </p:blipFill>
        <p:spPr>
          <a:xfrm>
            <a:off x="2600280" y="5526000"/>
            <a:ext cx="87732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0" name="Picture 41" descr="A picture containing text, clipart&#10;&#10;Description automatically generated">
            <a:hlinkClick r:id="rId17"/>
          </p:cNvPr>
          <p:cNvPicPr/>
          <p:nvPr/>
        </p:nvPicPr>
        <p:blipFill>
          <a:blip r:embed="rId18"/>
          <a:stretch/>
        </p:blipFill>
        <p:spPr>
          <a:xfrm>
            <a:off x="3831120" y="5544000"/>
            <a:ext cx="150732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1" name="Picture 43" descr="A picture containing text, clipart&#10;&#10;Description automatically generated">
            <a:hlinkClick r:id="rId19"/>
          </p:cNvPr>
          <p:cNvPicPr/>
          <p:nvPr/>
        </p:nvPicPr>
        <p:blipFill>
          <a:blip r:embed="rId20"/>
          <a:stretch/>
        </p:blipFill>
        <p:spPr>
          <a:xfrm>
            <a:off x="5692320" y="5526000"/>
            <a:ext cx="76176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2" name="Picture 45" descr="A picture containing text, clipart&#10;&#10;Description automatically generated">
            <a:hlinkClick r:id="rId21"/>
          </p:cNvPr>
          <p:cNvPicPr/>
          <p:nvPr/>
        </p:nvPicPr>
        <p:blipFill>
          <a:blip r:embed="rId22"/>
          <a:stretch/>
        </p:blipFill>
        <p:spPr>
          <a:xfrm>
            <a:off x="6807960" y="5526000"/>
            <a:ext cx="127836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3" name="Picture 47" descr="A picture containing text, transport, clipart, wheel&#10;&#10;Description automatically generated">
            <a:hlinkClick r:id="rId23"/>
          </p:cNvPr>
          <p:cNvPicPr/>
          <p:nvPr/>
        </p:nvPicPr>
        <p:blipFill>
          <a:blip r:embed="rId24"/>
          <a:stretch/>
        </p:blipFill>
        <p:spPr>
          <a:xfrm>
            <a:off x="8439840" y="5544000"/>
            <a:ext cx="114732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4" name="Picture 13" descr="Shape&#10;&#10;Description automatically generated">
            <a:hlinkClick r:id="rId25"/>
          </p:cNvPr>
          <p:cNvPicPr/>
          <p:nvPr/>
        </p:nvPicPr>
        <p:blipFill>
          <a:blip r:embed="rId26"/>
          <a:stretch/>
        </p:blipFill>
        <p:spPr>
          <a:xfrm>
            <a:off x="11627280" y="6429240"/>
            <a:ext cx="223920" cy="22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5" name="Picture 29" descr="A picture containing clipart&#10;&#10;Description automatically generated">
            <a:hlinkClick r:id="rId27"/>
          </p:cNvPr>
          <p:cNvPicPr/>
          <p:nvPr/>
        </p:nvPicPr>
        <p:blipFill>
          <a:blip r:embed="rId28"/>
          <a:stretch/>
        </p:blipFill>
        <p:spPr>
          <a:xfrm>
            <a:off x="11257560" y="6429240"/>
            <a:ext cx="223920" cy="22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6" name="Picture 31" descr="A picture containing text, clipart&#10;&#10;Description automatically generated">
            <a:hlinkClick r:id="rId29"/>
          </p:cNvPr>
          <p:cNvPicPr/>
          <p:nvPr/>
        </p:nvPicPr>
        <p:blipFill>
          <a:blip r:embed="rId30"/>
          <a:stretch/>
        </p:blipFill>
        <p:spPr>
          <a:xfrm>
            <a:off x="9777600" y="6429240"/>
            <a:ext cx="223920" cy="22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7" name="Picture 35" descr="A picture containing text, clipart&#10;&#10;Description automatically generated">
            <a:hlinkClick r:id="rId31"/>
          </p:cNvPr>
          <p:cNvPicPr/>
          <p:nvPr/>
        </p:nvPicPr>
        <p:blipFill>
          <a:blip r:embed="rId32"/>
          <a:stretch/>
        </p:blipFill>
        <p:spPr>
          <a:xfrm>
            <a:off x="10147320" y="6429240"/>
            <a:ext cx="223920" cy="22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8" name="Picture 37" descr="A picture containing clipart&#10;&#10;Description automatically generated">
            <a:hlinkClick r:id="rId33"/>
          </p:cNvPr>
          <p:cNvPicPr/>
          <p:nvPr/>
        </p:nvPicPr>
        <p:blipFill>
          <a:blip r:embed="rId34"/>
          <a:stretch/>
        </p:blipFill>
        <p:spPr>
          <a:xfrm>
            <a:off x="10517400" y="6429240"/>
            <a:ext cx="223920" cy="22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9" name="Picture 40" descr="A picture containing text, clipart&#10;&#10;Description automatically generated"/>
          <p:cNvPicPr/>
          <p:nvPr/>
        </p:nvPicPr>
        <p:blipFill>
          <a:blip r:embed="rId35"/>
          <a:stretch/>
        </p:blipFill>
        <p:spPr>
          <a:xfrm>
            <a:off x="6960240" y="5863680"/>
            <a:ext cx="973080" cy="1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0" name="Picture 44" descr="A picture containing text, clipart&#10;&#10;Description automatically generated"/>
          <p:cNvPicPr/>
          <p:nvPr/>
        </p:nvPicPr>
        <p:blipFill>
          <a:blip r:embed="rId36"/>
          <a:stretch/>
        </p:blipFill>
        <p:spPr>
          <a:xfrm>
            <a:off x="8526960" y="5851440"/>
            <a:ext cx="973080" cy="1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1" name="Picture 46" descr="A picture containing text, clipart&#10;&#10;Description automatically generated"/>
          <p:cNvPicPr/>
          <p:nvPr/>
        </p:nvPicPr>
        <p:blipFill>
          <a:blip r:embed="rId37"/>
          <a:stretch/>
        </p:blipFill>
        <p:spPr>
          <a:xfrm>
            <a:off x="5586480" y="5851440"/>
            <a:ext cx="973080" cy="1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2" name="Picture 49" descr="A picture containing text, clipart&#10;&#10;Description automatically generated"/>
          <p:cNvPicPr/>
          <p:nvPr/>
        </p:nvPicPr>
        <p:blipFill>
          <a:blip r:embed="rId38"/>
          <a:stretch/>
        </p:blipFill>
        <p:spPr>
          <a:xfrm>
            <a:off x="4098240" y="5863680"/>
            <a:ext cx="973080" cy="1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3" name="Picture 50" descr="A picture containing text, clipart&#10;&#10;Description automatically generated"/>
          <p:cNvPicPr/>
          <p:nvPr/>
        </p:nvPicPr>
        <p:blipFill>
          <a:blip r:embed="rId39"/>
          <a:stretch/>
        </p:blipFill>
        <p:spPr>
          <a:xfrm>
            <a:off x="2580480" y="5858280"/>
            <a:ext cx="973080" cy="147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4" name="Picture 52" descr="A picture containing text, clipart&#10;&#10;Description automatically generated">
            <a:hlinkClick r:id="rId40"/>
          </p:cNvPr>
          <p:cNvPicPr/>
          <p:nvPr/>
        </p:nvPicPr>
        <p:blipFill>
          <a:blip r:embed="rId41"/>
          <a:stretch/>
        </p:blipFill>
        <p:spPr>
          <a:xfrm>
            <a:off x="10887480" y="6428520"/>
            <a:ext cx="223920" cy="2239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65" name="Straight Connector 58"/>
          <p:cNvCxnSpPr/>
          <p:nvPr/>
        </p:nvCxnSpPr>
        <p:spPr>
          <a:xfrm>
            <a:off x="2580120" y="2716200"/>
            <a:ext cx="4680" cy="52452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Application>LibreOffice/25.2.5.2$Windows_X86_64 LibreOffice_project/03d19516eb2e1dd5d4ccd751a0d6f35f35e08022</Application>
  <AppVersion>15.0000</AppVersion>
  <Words>1843</Words>
  <Paragraphs>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2023-01-02T08:33:00Z</dcterms:created>
  <dc:creator>Amar Chuhan</dc:creator>
  <dc:description/>
  <dc:language>en-US</dc:language>
  <cp:lastModifiedBy/>
  <dcterms:modified xsi:type="dcterms:W3CDTF">2025-09-24T14:25:43Z</dcterms:modified>
  <cp:revision>561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76030A7711084D6A9EBC293995FA41FD</vt:lpwstr>
  </property>
  <property fmtid="{D5CDD505-2E9C-101B-9397-08002B2CF9AE}" pid="3" name="KSOProductBuildVer">
    <vt:lpwstr>1033-11.2.0.11440</vt:lpwstr>
  </property>
  <property fmtid="{D5CDD505-2E9C-101B-9397-08002B2CF9AE}" pid="4" name="PresentationFormat">
    <vt:lpwstr>Widescreen</vt:lpwstr>
  </property>
  <property fmtid="{D5CDD505-2E9C-101B-9397-08002B2CF9AE}" pid="5" name="Slides">
    <vt:i4>8</vt:i4>
  </property>
</Properties>
</file>