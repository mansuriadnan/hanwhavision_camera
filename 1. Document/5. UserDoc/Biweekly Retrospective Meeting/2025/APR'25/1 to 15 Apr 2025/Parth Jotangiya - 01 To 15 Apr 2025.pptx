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5" r:id="rId3"/>
    <p:sldId id="286" r:id="rId4"/>
    <p:sldId id="293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pecindia-my.sharepoint.com/:x:/g/personal/parth_jotangiya_spec-india_com/EW8eLADkagpLp6tYiIPrxy0Bs54glbJSHhuZXW8MaM8Xcw?e=SQFpW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Apr’25 – 15th Apr’25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3321628" y="2920993"/>
            <a:ext cx="2055384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</a:t>
            </a: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0631"/>
            <a:ext cx="82141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883139"/>
            <a:ext cx="11407266" cy="458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a typeface="Roboto" panose="020F0502020204030204" pitchFamily="2" charset="0"/>
                <a:cs typeface="Arial" panose="020B0604020202020204" pitchFamily="34" charset="0"/>
              </a:rPr>
              <a:t>General Tasks: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Reviewing requirements along with Jayendra &amp; planning tasks for the specific sprint.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Managing daily stand-up meeting with the team.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Reviewing status of the assigned task regularly.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Managing meetings for the discussion regarding any doubts/clarifications.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Sprint planning etc..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a typeface="Roboto" panose="020F0502020204030204" pitchFamily="2" charset="0"/>
                <a:cs typeface="Arial" panose="020B0604020202020204" pitchFamily="34" charset="0"/>
              </a:rPr>
              <a:t>Admin Application: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We’ve successfully completed development work for all the associated features &amp; functionalities. Testing is pending to do from my end.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I will schedule a demo meeting with Bala once all the features are working fine as expected.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Client Application: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Designs for widgets are in-progress from Sandip Sadhu’s end.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Team is currently working on Web APIs &amp; widgets creation.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We are managing status under this 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  <a:hlinkClick r:id="rId4"/>
              </a:rPr>
              <a:t>XLS file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31A03-2B39-2949-66CD-8013AD9F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F329F2-CD15-D610-857D-D8E74A2BF7E2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4CFAA-FDB5-0B4F-2171-E4D66E6B3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CEEDEE-FA29-448A-546D-DFE0B2166F8A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E51111-0872-50FE-6FFA-804D45F73E06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9EB6CB-6BC3-8AC4-983A-AE355BF39DF6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7D1A96-993B-AC89-D3F2-5EB5BC969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229EEAC-D184-97AA-B023-82C6FB2B62D9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09F4D4-6B56-D5FC-64CF-AD77B3239667}"/>
              </a:ext>
            </a:extLst>
          </p:cNvPr>
          <p:cNvSpPr txBox="1"/>
          <p:nvPr/>
        </p:nvSpPr>
        <p:spPr>
          <a:xfrm>
            <a:off x="448734" y="1194510"/>
            <a:ext cx="11407266" cy="81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a typeface="Roboto" panose="020F0502020204030204" pitchFamily="2" charset="0"/>
                <a:cs typeface="Arial" panose="020B0604020202020204" pitchFamily="34" charset="0"/>
              </a:rPr>
              <a:t>SRS Preparation: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I am preparing SRS for Customer Application &amp; replicating all the finalized functionalities in it.</a:t>
            </a:r>
          </a:p>
        </p:txBody>
      </p:sp>
    </p:spTree>
    <p:extLst>
      <p:ext uri="{BB962C8B-B14F-4D97-AF65-F5344CB8AC3E}">
        <p14:creationId xmlns:p14="http://schemas.microsoft.com/office/powerpoint/2010/main" val="174354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0DD34-C7C6-2578-6478-8A48E0A345AC}"/>
              </a:ext>
            </a:extLst>
          </p:cNvPr>
          <p:cNvSpPr txBox="1"/>
          <p:nvPr/>
        </p:nvSpPr>
        <p:spPr>
          <a:xfrm>
            <a:off x="448733" y="1236555"/>
            <a:ext cx="11407266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Understanding of Camera API is the main road blocker for us. We’ve conducted internal review session &amp; have prepared list of all the identified API endpoints &amp; Event names. Asked Bala to confirm it with their HQ Team.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Source code for existing application for our review &amp; reference. It is still pending to receive from Bala’s end.</a:t>
            </a: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53537"/>
            <a:ext cx="11407267" cy="2590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 team needs to improve </a:t>
            </a:r>
            <a:r>
              <a:rPr lang="en-US" sz="1400" b="1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the completion time of assigned tasks to meet deadlines more efficiently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Focus on </a:t>
            </a:r>
            <a:r>
              <a:rPr lang="en-US" sz="1400" b="1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self-brainstorming and analyzing requirements 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before directly seeking clarification.</a:t>
            </a:r>
          </a:p>
          <a:p>
            <a:pPr>
              <a:lnSpc>
                <a:spcPct val="130000"/>
              </a:lnSpc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Enhance communication skills, especially in English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, for clearer and more effective collaboration.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Reduce overestimation</a:t>
            </a:r>
            <a:r>
              <a:rPr lang="en-US" sz="1400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of task durations to improve planning accuracy.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 team needs to improve their </a:t>
            </a:r>
            <a:r>
              <a:rPr lang="en-US" sz="1400" b="1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Unit Testing Skill 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as they are not performing it well as expected.</a:t>
            </a: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64590"/>
            <a:ext cx="11407266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 client is not responding promptly to requests and queries, causing delays in requirement gathering and SRS preparation.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Also, they are not providing approval on the shared / requested items, causing delays in preparation of SRS.</a:t>
            </a: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10958176" cy="31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Finally, we have completed all the development activities for License Web Application. Testing is in-progress.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5677</TotalTime>
  <Words>569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1st Apr’25 – 15th Apr’25</vt:lpstr>
      <vt:lpstr>Meeting Participants</vt:lpstr>
      <vt:lpstr>Parth Jotangiya - Highlights of the work done in two weeks</vt:lpstr>
      <vt:lpstr>Parth Jotangiya - Highlights of the work done in two weeks</vt:lpstr>
      <vt:lpstr>Parth Jotangiya - Roadblocks / issues if any </vt:lpstr>
      <vt:lpstr>Parth Jotangiya - Improvement Points Identified</vt:lpstr>
      <vt:lpstr>Parth Jotangiya - Any New Problem Statement Seen / Identified * If any</vt:lpstr>
      <vt:lpstr>Parth Jotangiya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490</cp:revision>
  <dcterms:created xsi:type="dcterms:W3CDTF">2023-01-02T08:33:04Z</dcterms:created>
  <dcterms:modified xsi:type="dcterms:W3CDTF">2025-04-21T10:01:55Z</dcterms:modified>
</cp:coreProperties>
</file>