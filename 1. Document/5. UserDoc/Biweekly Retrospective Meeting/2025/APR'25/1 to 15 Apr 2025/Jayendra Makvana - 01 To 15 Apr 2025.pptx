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Apr’25 – 15th Apr’25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944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backend code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provided feedback.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Capacity Utilization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Widget requirements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prepared raw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Reviewed </a:t>
            </a:r>
            <a:r>
              <a:rPr lang="en-US" sz="1400" spc="-1" dirty="0" err="1">
                <a:solidFill>
                  <a:srgbClr val="000000"/>
                </a:solidFill>
                <a:latin typeface="Calibri"/>
              </a:rPr>
              <a:t>WiseAI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documentation to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retrieve event data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Discussed with the Designer to prepare widget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designs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Prepared a plan for </a:t>
            </a:r>
            <a:r>
              <a:rPr lang="en-US" sz="1400" b="1" spc="-1" dirty="0" err="1">
                <a:solidFill>
                  <a:srgbClr val="000000"/>
                </a:solidFill>
                <a:latin typeface="Calibri"/>
              </a:rPr>
              <a:t>SignalR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 client registration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to send live event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Verified all prepared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widgets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provided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feedback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Work with Sandeep 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General Settings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License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Page design.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Tested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device mapping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with floor and zone; provided feedback.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Client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meeting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with Bala.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Add new tasks to the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task list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assign them to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Configured the project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on the Designer's machine.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Reviewed tasks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completed by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Conducted R&amp;D on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vehicle turning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movement APIs.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0DD34-C7C6-2578-6478-8A48E0A345AC}"/>
              </a:ext>
            </a:extLst>
          </p:cNvPr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Need to guide team members for each task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Quickly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fix bugs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after testing.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>
                <a:ea typeface="Roboto" panose="02000000000000000000" pitchFamily="2" charset="0"/>
                <a:cs typeface="Roboto" panose="02000000000000000000" pitchFamily="2" charset="0"/>
              </a:rPr>
              <a:t>There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is no any problem statement identified yet.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5820</TotalTime>
  <Words>387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Apr’25 – 15th Apr’25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498</cp:revision>
  <dcterms:created xsi:type="dcterms:W3CDTF">2023-01-02T08:33:04Z</dcterms:created>
  <dcterms:modified xsi:type="dcterms:W3CDTF">2025-04-21T10:02:20Z</dcterms:modified>
</cp:coreProperties>
</file>