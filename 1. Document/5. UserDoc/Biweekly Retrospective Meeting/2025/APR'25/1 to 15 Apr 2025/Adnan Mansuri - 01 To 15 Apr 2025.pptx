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altLang="en-US" sz="3000" b="1" spc="1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Apr’25 – 15th Apr’25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35927" y="2920993"/>
            <a:ext cx="1941085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58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713" y="1018937"/>
            <a:ext cx="11407266" cy="526224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Started making changes to the admin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Implemented OTP generation functionality to ensure it is randomly generated in the admin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Added Master Password functionality during login for the admin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Updated the license feature – the system should allow creating a trial license for a maximum of 30 days.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Started development of the Admin Email Template, triggered by specific actions.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Created a new email template, inserted into the database, and removed the unused templates.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Reviewed the completed development tasks from Sprint 4 related to the client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Change into the email template and get the login  URL dynamically.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Reviewed the existing admin application and test it.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Started working on the People Average Count API to get the PeopleCount based on filters.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Created a new widget permission for the dashboard.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Added the widget permission using a script and updated the widget controller accordingly.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Discussed tasks with team members.</a:t>
            </a:r>
            <a:br>
              <a:rPr sz="1600" spc="-1" dirty="0">
                <a:solidFill>
                  <a:srgbClr val="000000"/>
                </a:solidFill>
                <a:latin typeface="Calibri" panose="020F0502020204030204"/>
              </a:rPr>
            </a:b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Roadblocks / issues if any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strike="noStrike" spc="-1" dirty="0">
                <a:solidFill>
                  <a:srgbClr val="000000"/>
                </a:solidFill>
                <a:ea typeface="Roboto"/>
              </a:rPr>
              <a:t>Not have any point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Improvement Points Identified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strike="noStrike" spc="-1" dirty="0">
                <a:solidFill>
                  <a:srgbClr val="000000"/>
                </a:solidFill>
                <a:latin typeface="Calibri" panose="020F0502020204030204"/>
                <a:ea typeface="DejaVu Sans" panose="020B0603030804020204"/>
              </a:rPr>
              <a:t>I will improve communication and properly understand the client's requirements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Any New Problem Statement Seen / Identified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Achievements/Extra mile of the week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67432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There have been no achievements recorded in the first weeks of April</a:t>
            </a:r>
            <a:r>
              <a:rPr lang="en-IN" altLang="en-US" sz="1400" dirty="0"/>
              <a:t> </a:t>
            </a:r>
            <a:r>
              <a:rPr lang="en-US" sz="1400" dirty="0"/>
              <a:t>2025.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1st Apr’25 – 15th Apr’25</vt:lpstr>
      <vt:lpstr>Meeting Participants</vt:lpstr>
      <vt:lpstr>Adnan Mansuri - Highlights of the work done in two weeks</vt:lpstr>
      <vt:lpstr>Adnan Mansuri - Roadblocks / issues if any </vt:lpstr>
      <vt:lpstr>Adnan Mansuri - Improvement Points Identified</vt:lpstr>
      <vt:lpstr>Adnan Mansuri - Any New Problem Statement Seen / Identified * If any</vt:lpstr>
      <vt:lpstr>Adnan Mansuri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551</cp:revision>
  <dcterms:created xsi:type="dcterms:W3CDTF">2023-01-02T08:33:00Z</dcterms:created>
  <dcterms:modified xsi:type="dcterms:W3CDTF">2025-04-21T10:02:48Z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ECA011DF5F114053B7E814CFE745E271</vt:lpwstr>
  </property>
  <property fmtid="{D5CDD505-2E9C-101B-9397-08002B2CF9AE}" pid="3" name="KSOProductBuildVer">
    <vt:lpwstr>1033-11.2.0.11440</vt:lpwstr>
  </property>
</Properties>
</file>