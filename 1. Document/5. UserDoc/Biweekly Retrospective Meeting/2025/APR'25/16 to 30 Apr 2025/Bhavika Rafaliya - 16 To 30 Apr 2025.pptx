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31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2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052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pec-india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3743" y="1536528"/>
            <a:ext cx="5223457" cy="1206671"/>
          </a:xfrm>
        </p:spPr>
        <p:txBody>
          <a:bodyPr>
            <a:noAutofit/>
          </a:bodyPr>
          <a:lstStyle/>
          <a:p>
            <a:pPr algn="l"/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Apr’25 – 30th Apr’25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522980" y="2935605"/>
            <a:ext cx="2313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Bhavika Rafaliya</a:t>
            </a:r>
            <a:endParaRPr lang="en-US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945" y="1263015"/>
            <a:ext cx="9157970" cy="3328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Bhavika Rafaliya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Jayendra makwana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Hasti Tilva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347997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lt"/>
              </a:rPr>
              <a:t>Bhavika Rafaliya - 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Highlights of the work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945" y="914400"/>
            <a:ext cx="11407140" cy="541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Hanwha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Tested API to get vehicle count by type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Worked on API to get NewVisitor vs TotalVisitor count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Optimizing API code as per Jayendrabhai suggestions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Prepared APIs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Get DeviceEventLogs with filter, Sorting and Pagination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Update the DeviceEvent status (IsAcknowledged flag)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Worked on Vehicle By Type widget - Front-end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1*1 Widget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Barchart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Worked on New vs Total Visitor widget- Front-end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1*1 Widget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Barchart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R &amp; D on DateTimeRangePicker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lt"/>
              </a:rPr>
              <a:t>Bhavika Rafaliya - 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0478" y="1352598"/>
            <a:ext cx="11407266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lt"/>
              </a:rPr>
              <a:t>Bhavika Rafaliya - 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324995"/>
            <a:ext cx="11407267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Need to learn Mongodb aggregation pipeline for handling complex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347997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lt"/>
              </a:rPr>
              <a:t>Bhavika Rafaliya - 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324995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N/A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294527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lt"/>
              </a:rPr>
              <a:t>Bhavika Rafaliya - 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25808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N/A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Widescreen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  Hanwha Vision 16th Apr’25 – 30th Apr’25</vt:lpstr>
      <vt:lpstr>Meeting Participants</vt:lpstr>
      <vt:lpstr>Bhavika Rafaliya - Highlights of the work in two weeks</vt:lpstr>
      <vt:lpstr>Bhavika Rafaliya - Roadblocks / issues if any </vt:lpstr>
      <vt:lpstr>Bhavika Rafaliya - Improvement Points Identified</vt:lpstr>
      <vt:lpstr>Bhavika Rafaliya - Any New Problem Statement Seen / Identified * If any</vt:lpstr>
      <vt:lpstr>Bhavika Rafaliya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1047</cp:revision>
  <dcterms:created xsi:type="dcterms:W3CDTF">2023-01-02T08:33:00Z</dcterms:created>
  <dcterms:modified xsi:type="dcterms:W3CDTF">2025-05-01T07:19:31Z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</Properties>
</file>