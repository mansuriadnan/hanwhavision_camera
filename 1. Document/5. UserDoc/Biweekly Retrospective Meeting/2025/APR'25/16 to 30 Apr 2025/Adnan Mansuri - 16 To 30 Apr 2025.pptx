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30</a:t>
            </a:r>
            <a:r>
              <a:rPr lang="en-US" alt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Apr’25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56311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Started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development of the Vehicle Average Count API.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implementing the People and Vehicle IN/OUT Count feature API.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Worked on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changes and updates in the Admin panel.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Modified the email template used in the Admin panel.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worked on the 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unit testing and resolved issues in the Admin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developing the API for IN/OUT People Count</a:t>
            </a:r>
            <a:r>
              <a:rPr lang="en-IN" sz="1600" spc="-1" dirty="0">
                <a:solidFill>
                  <a:srgbClr val="000000"/>
                </a:solidFill>
                <a:latin typeface="Calibri" panose="020F0502020204030204"/>
              </a:rPr>
              <a:t> for the</a:t>
            </a: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 Chart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Began work on the Vehicle IN/OUT Count API for chart data visualization.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Implemented logic to retrieve permissions for multiple user roles.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Updated the OTP expiration time in both the front-end and back-end.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working on the License feature in the Client application under the Settings section.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Modified the License History method to retrieve data according to the client UI requirements.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  <a:sym typeface="+mn-ea"/>
              </a:rPr>
              <a:t>Developed a new method to fetch user profile data.</a:t>
            </a: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Began implementing Widget and Zone permissions in the Client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Added authorization checks for Floor Zones and Widgets in the Client application.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</a:t>
            </a:r>
            <a:r>
              <a:rPr lang="en-IN" altLang="en-US" sz="1400" dirty="0"/>
              <a:t>second </a:t>
            </a:r>
            <a:r>
              <a:rPr lang="en-US" sz="1400" dirty="0"/>
              <a:t>weeks of April</a:t>
            </a:r>
            <a:r>
              <a:rPr lang="en-IN" altLang="en-US" sz="1400" dirty="0"/>
              <a:t>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Apr’25 – 30th Apr’25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560</cp:revision>
  <dcterms:created xsi:type="dcterms:W3CDTF">2023-01-02T08:33:00Z</dcterms:created>
  <dcterms:modified xsi:type="dcterms:W3CDTF">2025-05-01T08:33:54Z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1033-11.2.0.11440</vt:lpwstr>
  </property>
</Properties>
</file>