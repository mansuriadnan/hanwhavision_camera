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16th Apr’25 – 30th Apr’25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54400" y="2920993"/>
            <a:ext cx="1922612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alt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Vehicle Queue Analysis</a:t>
            </a: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: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Implement new widget Vehicle Queue Analysis.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Display live data using signalR in Vehicle Queue Analysis widget.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Implement setup popup for Vehicle Queue Analysis widget.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q"/>
            </a:pPr>
            <a:r>
              <a:rPr lang="en-US" alt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</a:t>
            </a: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: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Configure widget setup menu and save the size and expanded option in the layout for widgets.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Configure fixed height and dynamic width, based on the</a:t>
            </a:r>
            <a:r>
              <a:rPr lang="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 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selected widget setup option.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Prepare all widget list with it's category.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Implement modal popup with widget image, checkbox option and widget 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category</a:t>
            </a: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. display widget based on selection.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Attend the KT session of Dhwanil.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Explain widget set up file structure to Bhavika.</a:t>
            </a: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time managment skill and turn around time (TAT) on the each assigned task.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407266" cy="62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175558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NA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16th Apr’25 – 30th Apr’25</vt:lpstr>
      <vt:lpstr>Meeting Participants</vt:lpstr>
      <vt:lpstr>Hasti Kaneriya - Highlights of the work done in two weeks</vt:lpstr>
      <vt:lpstr>Hasti Kaneriya - Roadblocks / issues if any </vt:lpstr>
      <vt:lpstr>Hasti Kaneriya - Improvement Points Identified</vt:lpstr>
      <vt:lpstr>Hasti Kaneriya - Any New Problem Statement Seen / Identified * If any</vt:lpstr>
      <vt:lpstr>Hasti Kaneriya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513</cp:revision>
  <dcterms:created xsi:type="dcterms:W3CDTF">2023-01-02T08:33:00Z</dcterms:created>
  <dcterms:modified xsi:type="dcterms:W3CDTF">2025-05-01T07:19:35Z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B32B0568AA8B407A91586000BAD77FD6_12</vt:lpwstr>
  </property>
  <property fmtid="{D5CDD505-2E9C-101B-9397-08002B2CF9AE}" pid="3" name="KSOProductBuildVer">
    <vt:lpwstr>1033-12.2.0.20795</vt:lpwstr>
  </property>
</Properties>
</file>