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wmf"/><Relationship Id="rId21" Type="http://schemas.openxmlformats.org/officeDocument/2006/relationships/image" Target="../media/image20.png"/><Relationship Id="rId7" Type="http://schemas.openxmlformats.org/officeDocument/2006/relationships/image" Target="../media/image7.wmf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wmf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wmf"/><Relationship Id="rId11" Type="http://schemas.openxmlformats.org/officeDocument/2006/relationships/image" Target="../media/image10.png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8000" cy="622080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9960" cy="1775880"/>
          </a:xfrm>
          <a:prstGeom prst="rect">
            <a:avLst/>
          </a:prstGeom>
          <a:ln w="0">
            <a:noFill/>
          </a:ln>
        </p:spPr>
      </p:pic>
      <p:pic>
        <p:nvPicPr>
          <p:cNvPr id="78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89960" cy="4824000"/>
          </a:xfrm>
          <a:prstGeom prst="rect">
            <a:avLst/>
          </a:prstGeom>
          <a:ln w="0">
            <a:noFill/>
          </a:ln>
        </p:spPr>
      </p:pic>
      <p:sp>
        <p:nvSpPr>
          <p:cNvPr id="79" name="CustomShape 1"/>
          <p:cNvSpPr/>
          <p:nvPr/>
        </p:nvSpPr>
        <p:spPr>
          <a:xfrm>
            <a:off x="364680" y="1778040"/>
            <a:ext cx="4805640" cy="96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000" b="1" strike="noStrike" spc="-1" dirty="0">
                <a:solidFill>
                  <a:srgbClr val="262626"/>
                </a:solidFill>
                <a:latin typeface="Roboto"/>
                <a:ea typeface="Roboto"/>
              </a:rPr>
              <a:t>Hanwha Vision </a:t>
            </a:r>
            <a:br>
              <a:rPr dirty="0"/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16th Apr’25 – 30th Apr’25</a:t>
            </a:r>
            <a:endParaRPr lang="en-IN" sz="3000" b="0" strike="noStrike" spc="-1" dirty="0">
              <a:latin typeface="Arial"/>
            </a:endParaRPr>
          </a:p>
        </p:txBody>
      </p:sp>
      <p:sp>
        <p:nvSpPr>
          <p:cNvPr id="80" name="Line 2"/>
          <p:cNvSpPr/>
          <p:nvPr/>
        </p:nvSpPr>
        <p:spPr>
          <a:xfrm>
            <a:off x="364320" y="2859480"/>
            <a:ext cx="495324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81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69720" cy="101376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4"/>
          <p:cNvPicPr/>
          <p:nvPr/>
        </p:nvPicPr>
        <p:blipFill>
          <a:blip r:embed="rId6"/>
          <a:stretch/>
        </p:blipFill>
        <p:spPr>
          <a:xfrm>
            <a:off x="524880" y="611280"/>
            <a:ext cx="1775880" cy="531360"/>
          </a:xfrm>
          <a:prstGeom prst="rect">
            <a:avLst/>
          </a:prstGeom>
          <a:ln w="0">
            <a:noFill/>
          </a:ln>
        </p:spPr>
      </p:pic>
      <p:sp>
        <p:nvSpPr>
          <p:cNvPr id="83" name="CustomShape 3"/>
          <p:cNvSpPr/>
          <p:nvPr/>
        </p:nvSpPr>
        <p:spPr>
          <a:xfrm>
            <a:off x="3657600" y="2921040"/>
            <a:ext cx="1717200" cy="37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strike="noStrike" spc="-1">
                <a:solidFill>
                  <a:srgbClr val="7030A0"/>
                </a:solidFill>
                <a:latin typeface="Roboto"/>
                <a:ea typeface="Roboto"/>
              </a:rPr>
              <a:t>Hiten Parmar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5" name="CustomShape 2"/>
          <p:cNvSpPr/>
          <p:nvPr/>
        </p:nvSpPr>
        <p:spPr>
          <a:xfrm>
            <a:off x="507960" y="126000"/>
            <a:ext cx="7476480" cy="11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Meeting Participants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86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7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88" name="CustomShape 5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8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ln w="0">
            <a:noFill/>
          </a:ln>
        </p:spPr>
      </p:pic>
      <p:sp>
        <p:nvSpPr>
          <p:cNvPr id="90" name="CustomShape 6"/>
          <p:cNvSpPr/>
          <p:nvPr/>
        </p:nvSpPr>
        <p:spPr>
          <a:xfrm>
            <a:off x="4835880" y="6443640"/>
            <a:ext cx="251784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91" name="CustomShape 7"/>
          <p:cNvSpPr/>
          <p:nvPr/>
        </p:nvSpPr>
        <p:spPr>
          <a:xfrm>
            <a:off x="448560" y="1270800"/>
            <a:ext cx="821196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343080" indent="-34092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Parth Jotangiya</a:t>
            </a:r>
            <a:endParaRPr lang="en-IN" sz="1800" b="0" strike="noStrike" spc="-1">
              <a:latin typeface="Arial"/>
            </a:endParaRPr>
          </a:p>
          <a:p>
            <a:pPr marL="343080" indent="-34092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Jayendra Makvana </a:t>
            </a:r>
            <a:endParaRPr lang="en-IN" sz="1800" b="0" strike="noStrike" spc="-1">
              <a:latin typeface="Arial"/>
            </a:endParaRPr>
          </a:p>
          <a:p>
            <a:pPr marL="343080" indent="-34092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Adnan Mansuri</a:t>
            </a:r>
            <a:endParaRPr lang="en-IN" sz="1800" b="0" strike="noStrike" spc="-1">
              <a:latin typeface="Arial"/>
            </a:endParaRPr>
          </a:p>
          <a:p>
            <a:pPr marL="343080" indent="-34092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Dhwanil Solanky</a:t>
            </a:r>
            <a:endParaRPr lang="en-IN" sz="1800" b="0" strike="noStrike" spc="-1">
              <a:latin typeface="Arial"/>
            </a:endParaRPr>
          </a:p>
          <a:p>
            <a:pPr marL="343080" indent="-34092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Hiten Parmar</a:t>
            </a:r>
            <a:endParaRPr lang="en-IN" sz="1800" b="0" strike="noStrike" spc="-1">
              <a:latin typeface="Arial"/>
            </a:endParaRPr>
          </a:p>
          <a:p>
            <a:pPr marL="343080" indent="-34092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Rashmi Patel</a:t>
            </a:r>
            <a:endParaRPr lang="en-IN" sz="1800" b="0" strike="noStrike" spc="-1">
              <a:latin typeface="Arial"/>
            </a:endParaRPr>
          </a:p>
          <a:p>
            <a:pPr marL="343080" indent="-34092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Hasti Kaneriya</a:t>
            </a:r>
            <a:endParaRPr lang="en-IN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3" name="CustomShape 2"/>
          <p:cNvSpPr/>
          <p:nvPr/>
        </p:nvSpPr>
        <p:spPr>
          <a:xfrm>
            <a:off x="507960" y="126000"/>
            <a:ext cx="11152800" cy="11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Highlights of the work done in two weeks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94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5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97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ln w="0">
            <a:noFill/>
          </a:ln>
        </p:spPr>
      </p:pic>
      <p:sp>
        <p:nvSpPr>
          <p:cNvPr id="98" name="CustomShape 6"/>
          <p:cNvSpPr/>
          <p:nvPr/>
        </p:nvSpPr>
        <p:spPr>
          <a:xfrm>
            <a:off x="4835880" y="6443640"/>
            <a:ext cx="251784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448560" y="1051920"/>
            <a:ext cx="11405160" cy="211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368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400" b="1" strike="noStrike" spc="-1">
                <a:solidFill>
                  <a:srgbClr val="000000"/>
                </a:solidFill>
                <a:latin typeface="Calibri"/>
                <a:ea typeface="DejaVu Sans"/>
              </a:rPr>
              <a:t>Back end development of Client Application:</a:t>
            </a:r>
            <a:endParaRPr lang="en-IN" sz="1400" b="0" strike="noStrike" spc="-1">
              <a:latin typeface="Arial"/>
            </a:endParaRPr>
          </a:p>
          <a:p>
            <a:pPr marL="285840" indent="-28368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Worked on floor zone plan apis.</a:t>
            </a:r>
            <a:endParaRPr lang="en-IN" sz="1400" b="0" strike="noStrike" spc="-1">
              <a:latin typeface="Arial"/>
            </a:endParaRPr>
          </a:p>
          <a:p>
            <a:pPr marL="285840" indent="-28368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Created service that record queue count of vehicle, people, forklift and shopping cart from event stream</a:t>
            </a:r>
            <a:endParaRPr lang="en-IN" sz="1400" b="0" strike="noStrike" spc="-1">
              <a:latin typeface="Arial"/>
            </a:endParaRPr>
          </a:p>
          <a:p>
            <a:pPr marL="285840" indent="-28368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Created background service for shopping cart and forklift count data</a:t>
            </a:r>
            <a:endParaRPr lang="en-IN" sz="1400" b="0" strike="noStrike" spc="-1">
              <a:latin typeface="Arial"/>
            </a:endParaRPr>
          </a:p>
          <a:p>
            <a:pPr marL="285840" indent="-28368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Worked on send data of event and queue count to front end using signalR</a:t>
            </a:r>
            <a:endParaRPr lang="en-IN" sz="1400" b="0" strike="noStrike" spc="-1">
              <a:latin typeface="Arial"/>
            </a:endParaRPr>
          </a:p>
          <a:p>
            <a:pPr marL="285840" indent="-28368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Created api for people , vehicle, shopping cart, people queue, vehicle queue count widgets.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1" name="CustomShape 2"/>
          <p:cNvSpPr/>
          <p:nvPr/>
        </p:nvSpPr>
        <p:spPr>
          <a:xfrm>
            <a:off x="507960" y="126000"/>
            <a:ext cx="11145960" cy="11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Roadblocks / issues if any 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02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3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04" name="CustomShape 5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5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ln w="0">
            <a:noFill/>
          </a:ln>
        </p:spPr>
      </p:pic>
      <p:sp>
        <p:nvSpPr>
          <p:cNvPr id="106" name="CustomShape 6"/>
          <p:cNvSpPr/>
          <p:nvPr/>
        </p:nvSpPr>
        <p:spPr>
          <a:xfrm>
            <a:off x="4835880" y="6443640"/>
            <a:ext cx="251784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07" name="CustomShape 7"/>
          <p:cNvSpPr/>
          <p:nvPr/>
        </p:nvSpPr>
        <p:spPr>
          <a:xfrm>
            <a:off x="448560" y="1236600"/>
            <a:ext cx="1140516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368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Roboto"/>
              </a:rPr>
              <a:t>Not have any point.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9" name="CustomShape 2"/>
          <p:cNvSpPr/>
          <p:nvPr/>
        </p:nvSpPr>
        <p:spPr>
          <a:xfrm>
            <a:off x="507960" y="126000"/>
            <a:ext cx="7476480" cy="11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Improvement Points Identified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10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1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12" name="CustomShape 5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13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ln w="0">
            <a:noFill/>
          </a:ln>
        </p:spPr>
      </p:pic>
      <p:sp>
        <p:nvSpPr>
          <p:cNvPr id="114" name="CustomShape 6"/>
          <p:cNvSpPr/>
          <p:nvPr/>
        </p:nvSpPr>
        <p:spPr>
          <a:xfrm>
            <a:off x="4835880" y="6443640"/>
            <a:ext cx="251784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15" name="CustomShape 7"/>
          <p:cNvSpPr/>
          <p:nvPr/>
        </p:nvSpPr>
        <p:spPr>
          <a:xfrm>
            <a:off x="448560" y="1235880"/>
            <a:ext cx="11405160" cy="36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368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Need to Improve communication skill.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7" name="CustomShape 2"/>
          <p:cNvSpPr/>
          <p:nvPr/>
        </p:nvSpPr>
        <p:spPr>
          <a:xfrm>
            <a:off x="507960" y="126000"/>
            <a:ext cx="11152800" cy="11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Any New Problem Statement Seen / Identified * If any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18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9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20" name="CustomShape 5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21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ln w="0">
            <a:noFill/>
          </a:ln>
        </p:spPr>
      </p:pic>
      <p:sp>
        <p:nvSpPr>
          <p:cNvPr id="122" name="CustomShape 6"/>
          <p:cNvSpPr/>
          <p:nvPr/>
        </p:nvSpPr>
        <p:spPr>
          <a:xfrm>
            <a:off x="4835880" y="6443640"/>
            <a:ext cx="251784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448560" y="1264680"/>
            <a:ext cx="11066760" cy="36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368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Roboto"/>
              </a:rPr>
              <a:t>There is no any problem statement identified yet.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5" name="CustomShape 2"/>
          <p:cNvSpPr/>
          <p:nvPr/>
        </p:nvSpPr>
        <p:spPr>
          <a:xfrm>
            <a:off x="507960" y="126000"/>
            <a:ext cx="10830240" cy="11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Achievements/Extra mile of the week * if any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26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7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28" name="CustomShape 5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2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ln w="0">
            <a:noFill/>
          </a:ln>
        </p:spPr>
      </p:pic>
      <p:sp>
        <p:nvSpPr>
          <p:cNvPr id="130" name="CustomShape 6"/>
          <p:cNvSpPr/>
          <p:nvPr/>
        </p:nvSpPr>
        <p:spPr>
          <a:xfrm>
            <a:off x="4835880" y="6443640"/>
            <a:ext cx="251784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31" name="CustomShape 7"/>
          <p:cNvSpPr/>
          <p:nvPr/>
        </p:nvSpPr>
        <p:spPr>
          <a:xfrm>
            <a:off x="448560" y="1198800"/>
            <a:ext cx="9672120" cy="36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368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There have been no achievements recorded in the last two weeks of april 2025 because the project has not started yet.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8000" cy="622080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9960" cy="1775880"/>
          </a:xfrm>
          <a:prstGeom prst="rect">
            <a:avLst/>
          </a:prstGeom>
          <a:ln w="0">
            <a:noFill/>
          </a:ln>
        </p:spPr>
      </p:pic>
      <p:sp>
        <p:nvSpPr>
          <p:cNvPr id="134" name="CustomShape 1"/>
          <p:cNvSpPr/>
          <p:nvPr/>
        </p:nvSpPr>
        <p:spPr>
          <a:xfrm>
            <a:off x="457560" y="462960"/>
            <a:ext cx="5221440" cy="102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000" b="1" strike="noStrike" spc="-1">
                <a:solidFill>
                  <a:srgbClr val="65BB35"/>
                </a:solidFill>
                <a:latin typeface="Roboto"/>
                <a:ea typeface="Roboto"/>
              </a:rPr>
              <a:t>Thank You For </a:t>
            </a:r>
            <a:br/>
            <a:r>
              <a:rPr lang="en-US" sz="3000" b="1" strike="noStrike" spc="-1">
                <a:solidFill>
                  <a:srgbClr val="65BB35"/>
                </a:solidFill>
                <a:latin typeface="Roboto"/>
                <a:ea typeface="Roboto"/>
              </a:rPr>
              <a:t>Your Time &amp; Attention!</a:t>
            </a:r>
            <a:endParaRPr lang="en-IN" sz="3000" b="0" strike="noStrike" spc="-1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457560" y="1756080"/>
            <a:ext cx="5221440" cy="69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52000"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262626"/>
                </a:solidFill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36" name="Line 3"/>
          <p:cNvSpPr/>
          <p:nvPr/>
        </p:nvSpPr>
        <p:spPr>
          <a:xfrm>
            <a:off x="524880" y="1622160"/>
            <a:ext cx="432036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7" name="Line 4"/>
          <p:cNvSpPr/>
          <p:nvPr/>
        </p:nvSpPr>
        <p:spPr>
          <a:xfrm>
            <a:off x="335880" y="630108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8" name="CustomShape 5"/>
          <p:cNvSpPr/>
          <p:nvPr/>
        </p:nvSpPr>
        <p:spPr>
          <a:xfrm>
            <a:off x="161640" y="6384600"/>
            <a:ext cx="38307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F2F2F2"/>
                </a:solidFill>
                <a:latin typeface="Roboto"/>
                <a:ea typeface="Roboto"/>
              </a:rPr>
              <a:t>© 2023 SPEC INDIA. All Rights Reserved.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39" name="CustomShape 6"/>
          <p:cNvSpPr/>
          <p:nvPr/>
        </p:nvSpPr>
        <p:spPr>
          <a:xfrm>
            <a:off x="457560" y="2609640"/>
            <a:ext cx="2338920" cy="64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334C"/>
                </a:solidFill>
                <a:latin typeface="Roboto"/>
                <a:ea typeface="Roboto"/>
              </a:rPr>
              <a:t>Visit us at 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0" name="CustomShape 7"/>
          <p:cNvSpPr/>
          <p:nvPr/>
        </p:nvSpPr>
        <p:spPr>
          <a:xfrm>
            <a:off x="2798640" y="2609640"/>
            <a:ext cx="2338920" cy="64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334C"/>
                </a:solidFill>
                <a:latin typeface="Roboto"/>
                <a:ea typeface="Roboto"/>
              </a:rPr>
              <a:t>Write to us at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1" name="CustomShape 8"/>
          <p:cNvSpPr/>
          <p:nvPr/>
        </p:nvSpPr>
        <p:spPr>
          <a:xfrm>
            <a:off x="7244280" y="796680"/>
            <a:ext cx="3697920" cy="40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334C"/>
                </a:solidFill>
                <a:latin typeface="Roboto"/>
                <a:ea typeface="Roboto"/>
              </a:rPr>
              <a:t>India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42" name="CustomShape 9"/>
          <p:cNvSpPr/>
          <p:nvPr/>
        </p:nvSpPr>
        <p:spPr>
          <a:xfrm>
            <a:off x="7581240" y="1292040"/>
            <a:ext cx="3697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 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3" name="CustomShape 10"/>
          <p:cNvSpPr/>
          <p:nvPr/>
        </p:nvSpPr>
        <p:spPr>
          <a:xfrm>
            <a:off x="7581240" y="1687680"/>
            <a:ext cx="3697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+91-79-26404031 to 34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4" name="CustomShape 11"/>
          <p:cNvSpPr/>
          <p:nvPr/>
        </p:nvSpPr>
        <p:spPr>
          <a:xfrm>
            <a:off x="7581240" y="2083320"/>
            <a:ext cx="3697920" cy="9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SPEC House”, Parth Complex,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Near Swastik Cross Roads, Navarangpura, Ahmedabad 380009, INDIA.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5" name="Line 12"/>
          <p:cNvSpPr/>
          <p:nvPr/>
        </p:nvSpPr>
        <p:spPr>
          <a:xfrm>
            <a:off x="7326720" y="1179720"/>
            <a:ext cx="3068280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46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6440" cy="22644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6440" cy="22644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6440" cy="226440"/>
          </a:xfrm>
          <a:prstGeom prst="rect">
            <a:avLst/>
          </a:prstGeom>
          <a:ln w="0">
            <a:noFill/>
          </a:ln>
        </p:spPr>
      </p:pic>
      <p:sp>
        <p:nvSpPr>
          <p:cNvPr id="149" name="CustomShape 13"/>
          <p:cNvSpPr/>
          <p:nvPr/>
        </p:nvSpPr>
        <p:spPr>
          <a:xfrm>
            <a:off x="7244280" y="2842200"/>
            <a:ext cx="3697920" cy="40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334C"/>
                </a:solidFill>
                <a:latin typeface="Roboto"/>
                <a:ea typeface="Roboto"/>
              </a:rPr>
              <a:t>USA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50" name="CustomShape 14"/>
          <p:cNvSpPr/>
          <p:nvPr/>
        </p:nvSpPr>
        <p:spPr>
          <a:xfrm>
            <a:off x="7581240" y="3337560"/>
            <a:ext cx="3697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51" name="CustomShape 15"/>
          <p:cNvSpPr/>
          <p:nvPr/>
        </p:nvSpPr>
        <p:spPr>
          <a:xfrm>
            <a:off x="7581240" y="3733200"/>
            <a:ext cx="3697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+ 1 908-450-9862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52" name="CustomShape 16"/>
          <p:cNvSpPr/>
          <p:nvPr/>
        </p:nvSpPr>
        <p:spPr>
          <a:xfrm>
            <a:off x="7581240" y="4128480"/>
            <a:ext cx="3697920" cy="51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SPEC Partner”, 350 Grove Street, Bridgewater, NJ 08807, United States.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53" name="Line 17"/>
          <p:cNvSpPr/>
          <p:nvPr/>
        </p:nvSpPr>
        <p:spPr>
          <a:xfrm>
            <a:off x="7326720" y="3224880"/>
            <a:ext cx="3068280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54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6440" cy="226440"/>
          </a:xfrm>
          <a:prstGeom prst="rect">
            <a:avLst/>
          </a:prstGeom>
          <a:ln w="0">
            <a:noFill/>
          </a:ln>
        </p:spPr>
      </p:pic>
      <p:pic>
        <p:nvPicPr>
          <p:cNvPr id="155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6440" cy="226440"/>
          </a:xfrm>
          <a:prstGeom prst="rect">
            <a:avLst/>
          </a:prstGeom>
          <a:ln w="0">
            <a:noFill/>
          </a:ln>
        </p:spPr>
      </p:pic>
      <p:pic>
        <p:nvPicPr>
          <p:cNvPr id="156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6440" cy="226440"/>
          </a:xfrm>
          <a:prstGeom prst="rect">
            <a:avLst/>
          </a:prstGeom>
          <a:ln w="0">
            <a:noFill/>
          </a:ln>
        </p:spPr>
      </p:pic>
      <p:pic>
        <p:nvPicPr>
          <p:cNvPr id="157" name="Picture 39" descr="Logo&#10;&#10;Description automatically generated"/>
          <p:cNvPicPr/>
          <p:nvPr/>
        </p:nvPicPr>
        <p:blipFill>
          <a:blip r:embed="rId10"/>
          <a:stretch/>
        </p:blipFill>
        <p:spPr>
          <a:xfrm>
            <a:off x="2600280" y="5526000"/>
            <a:ext cx="879840" cy="249840"/>
          </a:xfrm>
          <a:prstGeom prst="rect">
            <a:avLst/>
          </a:prstGeom>
          <a:ln w="0">
            <a:noFill/>
          </a:ln>
        </p:spPr>
      </p:pic>
      <p:pic>
        <p:nvPicPr>
          <p:cNvPr id="158" name="Picture 41" descr="A picture containing text, clipart&#10;&#10;Description automatically generated"/>
          <p:cNvPicPr/>
          <p:nvPr/>
        </p:nvPicPr>
        <p:blipFill>
          <a:blip r:embed="rId11"/>
          <a:stretch/>
        </p:blipFill>
        <p:spPr>
          <a:xfrm>
            <a:off x="3831120" y="5544000"/>
            <a:ext cx="1509840" cy="213840"/>
          </a:xfrm>
          <a:prstGeom prst="rect">
            <a:avLst/>
          </a:prstGeom>
          <a:ln w="0">
            <a:noFill/>
          </a:ln>
        </p:spPr>
      </p:pic>
      <p:pic>
        <p:nvPicPr>
          <p:cNvPr id="159" name="Picture 43" descr="A picture containing text, clipart&#10;&#10;Description automatically generated"/>
          <p:cNvPicPr/>
          <p:nvPr/>
        </p:nvPicPr>
        <p:blipFill>
          <a:blip r:embed="rId12"/>
          <a:stretch/>
        </p:blipFill>
        <p:spPr>
          <a:xfrm>
            <a:off x="5692320" y="5526000"/>
            <a:ext cx="764280" cy="249840"/>
          </a:xfrm>
          <a:prstGeom prst="rect">
            <a:avLst/>
          </a:prstGeom>
          <a:ln w="0">
            <a:noFill/>
          </a:ln>
        </p:spPr>
      </p:pic>
      <p:pic>
        <p:nvPicPr>
          <p:cNvPr id="160" name="Picture 45" descr="A picture containing text, clipart&#10;&#10;Description automatically generated"/>
          <p:cNvPicPr/>
          <p:nvPr/>
        </p:nvPicPr>
        <p:blipFill>
          <a:blip r:embed="rId13"/>
          <a:stretch/>
        </p:blipFill>
        <p:spPr>
          <a:xfrm>
            <a:off x="6807960" y="5526000"/>
            <a:ext cx="1280880" cy="249840"/>
          </a:xfrm>
          <a:prstGeom prst="rect">
            <a:avLst/>
          </a:prstGeom>
          <a:ln w="0">
            <a:noFill/>
          </a:ln>
        </p:spPr>
      </p:pic>
      <p:pic>
        <p:nvPicPr>
          <p:cNvPr id="161" name="Picture 47" descr="A picture containing text, transport, clipart, wheel&#10;&#10;Description automatically generated"/>
          <p:cNvPicPr/>
          <p:nvPr/>
        </p:nvPicPr>
        <p:blipFill>
          <a:blip r:embed="rId14"/>
          <a:stretch/>
        </p:blipFill>
        <p:spPr>
          <a:xfrm>
            <a:off x="8439840" y="5544000"/>
            <a:ext cx="1149840" cy="213840"/>
          </a:xfrm>
          <a:prstGeom prst="rect">
            <a:avLst/>
          </a:prstGeom>
          <a:ln w="0">
            <a:noFill/>
          </a:ln>
        </p:spPr>
      </p:pic>
      <p:pic>
        <p:nvPicPr>
          <p:cNvPr id="162" name="Picture 13" descr="Shape&#10;&#10;Description automatically generated"/>
          <p:cNvPicPr/>
          <p:nvPr/>
        </p:nvPicPr>
        <p:blipFill>
          <a:blip r:embed="rId15"/>
          <a:stretch/>
        </p:blipFill>
        <p:spPr>
          <a:xfrm>
            <a:off x="11627280" y="6429240"/>
            <a:ext cx="226440" cy="226440"/>
          </a:xfrm>
          <a:prstGeom prst="rect">
            <a:avLst/>
          </a:prstGeom>
          <a:ln w="0">
            <a:noFill/>
          </a:ln>
        </p:spPr>
      </p:pic>
      <p:pic>
        <p:nvPicPr>
          <p:cNvPr id="163" name="Picture 29" descr="A picture containing clipart&#10;&#10;Description automatically generated"/>
          <p:cNvPicPr/>
          <p:nvPr/>
        </p:nvPicPr>
        <p:blipFill>
          <a:blip r:embed="rId16"/>
          <a:stretch/>
        </p:blipFill>
        <p:spPr>
          <a:xfrm>
            <a:off x="11257560" y="6429240"/>
            <a:ext cx="226440" cy="226440"/>
          </a:xfrm>
          <a:prstGeom prst="rect">
            <a:avLst/>
          </a:prstGeom>
          <a:ln w="0">
            <a:noFill/>
          </a:ln>
        </p:spPr>
      </p:pic>
      <p:pic>
        <p:nvPicPr>
          <p:cNvPr id="164" name="Picture 31" descr="A picture containing text, clipart&#10;&#10;Description automatically generated"/>
          <p:cNvPicPr/>
          <p:nvPr/>
        </p:nvPicPr>
        <p:blipFill>
          <a:blip r:embed="rId17"/>
          <a:stretch/>
        </p:blipFill>
        <p:spPr>
          <a:xfrm>
            <a:off x="9777600" y="6429240"/>
            <a:ext cx="226440" cy="226440"/>
          </a:xfrm>
          <a:prstGeom prst="rect">
            <a:avLst/>
          </a:prstGeom>
          <a:ln w="0">
            <a:noFill/>
          </a:ln>
        </p:spPr>
      </p:pic>
      <p:pic>
        <p:nvPicPr>
          <p:cNvPr id="165" name="Picture 35" descr="A picture containing text, clipart&#10;&#10;Description automatically generated"/>
          <p:cNvPicPr/>
          <p:nvPr/>
        </p:nvPicPr>
        <p:blipFill>
          <a:blip r:embed="rId18"/>
          <a:stretch/>
        </p:blipFill>
        <p:spPr>
          <a:xfrm>
            <a:off x="10147320" y="6429240"/>
            <a:ext cx="226440" cy="22644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37" descr="A picture containing clipart&#10;&#10;Description automatically generated"/>
          <p:cNvPicPr/>
          <p:nvPr/>
        </p:nvPicPr>
        <p:blipFill>
          <a:blip r:embed="rId19"/>
          <a:stretch/>
        </p:blipFill>
        <p:spPr>
          <a:xfrm>
            <a:off x="10517400" y="6429240"/>
            <a:ext cx="226440" cy="226440"/>
          </a:xfrm>
          <a:prstGeom prst="rect">
            <a:avLst/>
          </a:prstGeom>
          <a:ln w="0">
            <a:noFill/>
          </a:ln>
        </p:spPr>
      </p:pic>
      <p:pic>
        <p:nvPicPr>
          <p:cNvPr id="167" name="Picture 40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6960240" y="5863680"/>
            <a:ext cx="975600" cy="150120"/>
          </a:xfrm>
          <a:prstGeom prst="rect">
            <a:avLst/>
          </a:prstGeom>
          <a:ln w="0">
            <a:noFill/>
          </a:ln>
        </p:spPr>
      </p:pic>
      <p:pic>
        <p:nvPicPr>
          <p:cNvPr id="168" name="Picture 44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8526960" y="5851440"/>
            <a:ext cx="975600" cy="150120"/>
          </a:xfrm>
          <a:prstGeom prst="rect">
            <a:avLst/>
          </a:prstGeom>
          <a:ln w="0">
            <a:noFill/>
          </a:ln>
        </p:spPr>
      </p:pic>
      <p:pic>
        <p:nvPicPr>
          <p:cNvPr id="169" name="Picture 46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5586480" y="5851440"/>
            <a:ext cx="975600" cy="150120"/>
          </a:xfrm>
          <a:prstGeom prst="rect">
            <a:avLst/>
          </a:prstGeom>
          <a:ln w="0">
            <a:noFill/>
          </a:ln>
        </p:spPr>
      </p:pic>
      <p:pic>
        <p:nvPicPr>
          <p:cNvPr id="170" name="Picture 49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4098240" y="5863680"/>
            <a:ext cx="975600" cy="150120"/>
          </a:xfrm>
          <a:prstGeom prst="rect">
            <a:avLst/>
          </a:prstGeom>
          <a:ln w="0">
            <a:noFill/>
          </a:ln>
        </p:spPr>
      </p:pic>
      <p:pic>
        <p:nvPicPr>
          <p:cNvPr id="171" name="Picture 50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2580480" y="5858280"/>
            <a:ext cx="975600" cy="150120"/>
          </a:xfrm>
          <a:prstGeom prst="rect">
            <a:avLst/>
          </a:prstGeom>
          <a:ln w="0">
            <a:noFill/>
          </a:ln>
        </p:spPr>
      </p:pic>
      <p:pic>
        <p:nvPicPr>
          <p:cNvPr id="172" name="Picture 52" descr="A picture containing text, clipart&#10;&#10;Description automatically generated"/>
          <p:cNvPicPr/>
          <p:nvPr/>
        </p:nvPicPr>
        <p:blipFill>
          <a:blip r:embed="rId22"/>
          <a:stretch/>
        </p:blipFill>
        <p:spPr>
          <a:xfrm>
            <a:off x="10887480" y="6428520"/>
            <a:ext cx="226440" cy="226440"/>
          </a:xfrm>
          <a:prstGeom prst="rect">
            <a:avLst/>
          </a:prstGeom>
          <a:ln w="0">
            <a:noFill/>
          </a:ln>
        </p:spPr>
      </p:pic>
      <p:sp>
        <p:nvSpPr>
          <p:cNvPr id="173" name="Line 18"/>
          <p:cNvSpPr/>
          <p:nvPr/>
        </p:nvSpPr>
        <p:spPr>
          <a:xfrm>
            <a:off x="2580120" y="2716200"/>
            <a:ext cx="0" cy="519840"/>
          </a:xfrm>
          <a:prstGeom prst="line">
            <a:avLst/>
          </a:prstGeom>
          <a:ln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5630</TotalTime>
  <Words>333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Symbol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>Parth Jotangiya</cp:lastModifiedBy>
  <cp:revision>474</cp:revision>
  <dcterms:created xsi:type="dcterms:W3CDTF">2023-01-02T08:33:04Z</dcterms:created>
  <dcterms:modified xsi:type="dcterms:W3CDTF">2025-05-01T07:31:22Z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