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>
          <p15:clr>
            <a:srgbClr val="A4A3A4"/>
          </p15:clr>
        </p15:guide>
        <p15:guide id="2" pos="38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229"/>
        <p:guide pos="38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16th Apr’25 – 30th Apr’25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205018" y="2920993"/>
            <a:ext cx="2171994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Dhwanil Solanky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58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Dhwanil Solanky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Dhwanil Solanky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5704" y="1016000"/>
            <a:ext cx="11407266" cy="3215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IN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Admin License Application</a:t>
            </a:r>
            <a:r>
              <a:rPr lang="en-US" sz="1400" b="1" spc="-1" dirty="0">
                <a:solidFill>
                  <a:srgbClr val="000000"/>
                </a:solidFill>
                <a:latin typeface="Calibri" panose="020F0502020204030204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Resolved bugs in the license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Coordinated with Dhaval to assist with design-related adjustments.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IN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Client Application: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Worked on the General Settings and License pages as per Figma designs.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Completed implementation and integrated related APIs successfully.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Fixed sidebar "Add Dashboard" button issue and drawer crash when closing Add/Edit User..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Implemented profile and change password modal UI as per figma.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Prepared and conducted KT sessions for BI Client App and Google Map R&amp;D.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Dhwanil Solanky - Roadblocks / issues if any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None as of now.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Dhwanil Solanky - Improvement Points Identified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62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Need to improve turn around time (TAT) on the each assigned task. So, that will be helpful for me to complete the responsibilities in timely manner. </a:t>
            </a:r>
            <a:r>
              <a:rPr lang="en-US" sz="1400" spc="-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/>
              </a:rPr>
              <a:t>Most Imp</a:t>
            </a: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Dhwanil Solanky - Any New Problem Statement Seen / Identified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As of in last two weeks, no new problem statement is identified.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Dhwanil Solanky - Achievements/Extra mile of the week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10634903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16th Apr’25 – 30th Apr’25</vt:lpstr>
      <vt:lpstr>Meeting Participants</vt:lpstr>
      <vt:lpstr>Dhwanil Solanky - Highlights of the work done in two weeks</vt:lpstr>
      <vt:lpstr>Dhwanil Solanky - Roadblocks / issues if any </vt:lpstr>
      <vt:lpstr>Dhwanil Solanky - Improvement Points Identified</vt:lpstr>
      <vt:lpstr>Dhwanil Solanky - Any New Problem Statement Seen / Identified * If any</vt:lpstr>
      <vt:lpstr>Dhwanil Solanky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481</cp:revision>
  <dcterms:created xsi:type="dcterms:W3CDTF">2023-01-02T08:33:00Z</dcterms:created>
  <dcterms:modified xsi:type="dcterms:W3CDTF">2025-05-01T07:20:30Z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4976997F73AF43979133F05B0B4CF4E7</vt:lpwstr>
  </property>
  <property fmtid="{D5CDD505-2E9C-101B-9397-08002B2CF9AE}" pid="3" name="KSOProductBuildVer">
    <vt:lpwstr>1033-11.2.0.11440</vt:lpwstr>
  </property>
</Properties>
</file>