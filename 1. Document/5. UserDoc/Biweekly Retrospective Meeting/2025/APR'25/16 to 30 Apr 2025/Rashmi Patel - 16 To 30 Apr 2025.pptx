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D718C22-B7B3-4A31-B709-0FA4340FB590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5502149-6058-4FA8-AD85-200AA51B3DF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C37CC97-4A31-4FDD-854B-8884E35206E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2EB14A2-D9EB-4969-9B85-B02B3001663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F5990E2-A48C-4718-A359-9A92F1A6AE8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BD5B5AB4-5FBC-4ECB-BE25-445D3C75856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A4DF639-E66D-40BE-8F59-4F34F24F9AAB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F2A2F5E3-38A8-41D6-ACEF-B388CCBC96C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84445B0-F808-4BA6-8E38-C03EF73A021D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8917BFC-CD6D-4FEF-A96B-552401530C0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28821B6-54AF-42A6-96CA-0729E00E46FF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131BDA-5968-4DD3-89CF-AA1D84DF51C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49EE20-467B-4F36-8166-EF5D87A9CD9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FC600A-296E-4DE4-9A21-FA00DB48234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0E86F7-1421-461E-8F77-E2308D344D7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72D711-C54F-4A3F-A78A-FB99DD6EF3F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515A6B-F016-4039-853C-C68D27A8D7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832A51-C04C-4299-9175-168D307DA31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8EE735-5DA2-4162-9377-85B6B008D14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E0DDA1-1A20-4066-A9AE-44F61DFD30C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EA0A38-2B10-42BD-9A5E-D214946C1B7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86DB7A-67EA-4DDA-B8F6-67A3F84C357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178200" y="-228600"/>
            <a:ext cx="6679440" cy="62222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5079960"/>
            <a:ext cx="12191400" cy="177732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031840"/>
            <a:ext cx="12191400" cy="48254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7080" cy="96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1" strike="noStrike" spc="7" dirty="0">
                <a:solidFill>
                  <a:schemeClr val="dk1">
                    <a:lumMod val="85000"/>
                    <a:lumOff val="15000"/>
                  </a:schemeClr>
                </a:solidFill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Apr’25 – 30th Apr’25</a:t>
            </a:r>
            <a:endParaRPr lang="en-US" sz="3000" b="0" strike="noStrike" spc="-1" dirty="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53" name="Straight Connector 6"/>
          <p:cNvCxnSpPr/>
          <p:nvPr/>
        </p:nvCxnSpPr>
        <p:spPr>
          <a:xfrm>
            <a:off x="364320" y="2859480"/>
            <a:ext cx="4953960" cy="7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54" name="Picture 24"/>
          <p:cNvPicPr/>
          <p:nvPr/>
        </p:nvPicPr>
        <p:blipFill>
          <a:blip r:embed="rId5"/>
          <a:stretch>
            <a:fillRect/>
          </a:stretch>
        </p:blipFill>
        <p:spPr>
          <a:xfrm>
            <a:off x="9562680" y="377280"/>
            <a:ext cx="2171160" cy="101520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4">
            <a:hlinkClick r:id="rId6"/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524880" y="611280"/>
            <a:ext cx="1777320" cy="532800"/>
          </a:xfrm>
          <a:prstGeom prst="rect">
            <a:avLst/>
          </a:prstGeom>
          <a:ln w="0">
            <a:noFill/>
          </a:ln>
        </p:spPr>
      </p:pic>
      <p:sp>
        <p:nvSpPr>
          <p:cNvPr id="56" name="Title 1"/>
          <p:cNvSpPr/>
          <p:nvPr/>
        </p:nvSpPr>
        <p:spPr>
          <a:xfrm>
            <a:off x="3657600" y="2921040"/>
            <a:ext cx="1718640" cy="380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en-US" sz="2000" b="1" strike="noStrike" spc="7">
                <a:solidFill>
                  <a:srgbClr val="7030A0"/>
                </a:solidFill>
                <a:latin typeface="Roboto"/>
                <a:ea typeface="Roboto"/>
              </a:rPr>
              <a:t>Rashmi Patel</a:t>
            </a:r>
            <a:endParaRPr lang="en-US" sz="2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79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Meeting Participants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59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60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62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63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448560" y="1270800"/>
            <a:ext cx="821340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Parth Jotangiya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Jayendra Makvana 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Adnan Mansuri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Dhwanil Solanky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Hiten Parmar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Rashmi Patel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defTabSz="914400">
              <a:lnSpc>
                <a:spcPct val="13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 panose="020F0502020204030204"/>
                <a:ea typeface="Roboto Medium"/>
              </a:rPr>
              <a:t>Hasti Kaneriya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424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Highlights of the work done in two weeks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7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68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70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71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48560" y="1015920"/>
            <a:ext cx="11406600" cy="27819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200000"/>
              </a:lnSpc>
              <a:buClr>
                <a:srgbClr val="000000"/>
              </a:buClr>
              <a:buFont typeface="Wingdings" panose="05000000000000000000" pitchFamily="2" charset="2"/>
              <a:buChar char=""/>
            </a:pPr>
            <a:r>
              <a:rPr lang="en-US" sz="1400" b="1" strike="noStrike" spc="-1">
                <a:solidFill>
                  <a:srgbClr val="000000"/>
                </a:solidFill>
                <a:latin typeface="Calibri" panose="020F0502020204030204"/>
              </a:rPr>
              <a:t>Front end development of Hanwha Application:</a:t>
            </a:r>
          </a:p>
          <a:p>
            <a:pPr indent="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sz="1400" b="1" spc="-1">
                <a:solidFill>
                  <a:srgbClr val="000000"/>
                </a:solidFill>
                <a:latin typeface="Arial" panose="020B0604020202020204"/>
                <a:sym typeface="+mn-ea"/>
              </a:rPr>
              <a:t> Client App: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Separate the widget wise folder for 3 widget camera online/offline,capacity utilization,feturetype</a:t>
            </a:r>
            <a:r>
              <a:rPr lang="en-IN" alt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.</a:t>
            </a:r>
            <a:endParaRPr lang="en-US" sz="1400" spc="-1">
              <a:solidFill>
                <a:srgbClr val="000000"/>
              </a:solidFill>
              <a:latin typeface="Arial" panose="020B0604020202020204"/>
              <a:sym typeface="+mn-ea"/>
            </a:endParaRP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Attend the KT session of Dhwanil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API call for capacity utilization Data and </a:t>
            </a:r>
            <a:r>
              <a:rPr lang="en-IN" alt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changes for </a:t>
            </a: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dynamically change the height &amp; width of the chart.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IN" alt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Worked</a:t>
            </a: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 on camera online/offline widget 2x1 for option 2 (donut chart)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Worked on FetureType widget 2x1 option 2 (TreeMap chart)</a:t>
            </a:r>
          </a:p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charset="0"/>
              <a:buChar char="§"/>
            </a:pPr>
            <a:r>
              <a:rPr lang="en-US" sz="1400" spc="-1">
                <a:solidFill>
                  <a:srgbClr val="000000"/>
                </a:solidFill>
                <a:latin typeface="Arial" panose="020B0604020202020204"/>
                <a:sym typeface="+mn-ea"/>
              </a:rPr>
              <a:t>Resolved size issue for  selected 1x1 and 2x1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740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Roadblocks / issues if any 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5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76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78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79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48560" y="1236600"/>
            <a:ext cx="11406600" cy="409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50000"/>
              </a:lnSpc>
              <a:buClr>
                <a:srgbClr val="000000"/>
              </a:buClr>
              <a:buFont typeface="Wingdings" panose="05000000000000000000" pitchFamily="2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</a:rPr>
              <a:t>Not have any point.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79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Improvement Points Identified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83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84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86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87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448560" y="1235880"/>
            <a:ext cx="1140660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Need to Improve communication skill</a:t>
            </a:r>
            <a:r>
              <a:rPr lang="en-US" sz="1400" b="0" strike="noStrike" spc="-1">
                <a:solidFill>
                  <a:schemeClr val="dk1"/>
                </a:solidFill>
                <a:latin typeface="Roboto"/>
                <a:ea typeface="Roboto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b="0" strike="noStrike" spc="-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/>
                <a:ea typeface="Roboto"/>
              </a:rPr>
              <a:t>Most Imp</a:t>
            </a:r>
            <a:r>
              <a:rPr lang="en-US" sz="1400" b="0" strike="noStrike" spc="-1">
                <a:solidFill>
                  <a:srgbClr val="000000"/>
                </a:solidFill>
                <a:latin typeface="Calibri" panose="020F0502020204030204"/>
                <a:ea typeface="Roboto"/>
              </a:rPr>
              <a:t>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424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Any New Problem Statement Seen / Identified * If any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91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92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94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95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448560" y="1264680"/>
            <a:ext cx="1106820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400" b="0" strike="noStrike" spc="-1">
                <a:solidFill>
                  <a:schemeClr val="dk1"/>
                </a:solidFill>
                <a:latin typeface="Calibri" panose="020F0502020204030204"/>
                <a:ea typeface="Roboto"/>
              </a:rPr>
              <a:t>There is no any problem statement identified yet.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rgbClr val="65BB35"/>
              </a:solidFill>
              <a:latin typeface="Calibri" panose="020F0502020204030204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3168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lt1"/>
                </a:solidFill>
                <a:latin typeface="Roboto"/>
                <a:ea typeface="Roboto"/>
              </a:rPr>
              <a:t>Rashmi Patel - Achievements/Extra mile of the week * if any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99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00" name="TextBox 12"/>
          <p:cNvSpPr/>
          <p:nvPr/>
        </p:nvSpPr>
        <p:spPr>
          <a:xfrm>
            <a:off x="326880" y="6380280"/>
            <a:ext cx="4064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65000"/>
                  </a:schemeClr>
                </a:solidFill>
                <a:latin typeface="Roboto"/>
                <a:ea typeface="Roboto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</a:endParaRPr>
          </a:p>
        </p:txBody>
      </p:sp>
      <p:pic>
        <p:nvPicPr>
          <p:cNvPr id="102" name="Picture 16"/>
          <p:cNvPicPr/>
          <p:nvPr/>
        </p:nvPicPr>
        <p:blipFill>
          <a:blip r:embed="rId2"/>
          <a:stretch>
            <a:fillRect/>
          </a:stretch>
        </p:blipFill>
        <p:spPr>
          <a:xfrm>
            <a:off x="10849320" y="6380280"/>
            <a:ext cx="1005840" cy="301320"/>
          </a:xfrm>
          <a:prstGeom prst="rect">
            <a:avLst/>
          </a:prstGeom>
          <a:ln w="0">
            <a:noFill/>
          </a:ln>
        </p:spPr>
      </p:pic>
      <p:sp>
        <p:nvSpPr>
          <p:cNvPr id="103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448560" y="1198800"/>
            <a:ext cx="9673560" cy="3683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 defTabSz="914400">
              <a:lnSpc>
                <a:spcPct val="130000"/>
              </a:lnSpc>
              <a:buClr>
                <a:srgbClr val="000000"/>
              </a:buClr>
              <a:buFont typeface="Wingdings" panose="05000000000000000000" pitchFamily="2" charset="2"/>
              <a:buChar char=""/>
            </a:pPr>
            <a:r>
              <a:rPr lang="en-US" sz="1400" b="0" strike="noStrike" spc="-1">
                <a:solidFill>
                  <a:schemeClr val="dk1"/>
                </a:solidFill>
                <a:latin typeface="Calibri" panose="020F0502020204030204"/>
              </a:rPr>
              <a:t>There have been no achievements recorded in the last two weeks.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9"/>
          <p:cNvPicPr/>
          <p:nvPr/>
        </p:nvPicPr>
        <p:blipFill>
          <a:blip r:embed="rId2"/>
          <a:stretch>
            <a:fillRect/>
          </a:stretch>
        </p:blipFill>
        <p:spPr>
          <a:xfrm>
            <a:off x="-18360" y="0"/>
            <a:ext cx="6679440" cy="622224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5079960"/>
            <a:ext cx="12191400" cy="177732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2880" cy="103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000" b="1" strike="noStrike" spc="7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lang="en-US" sz="3000" b="1" strike="noStrike" spc="7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lang="en-US" sz="30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2880" cy="69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7222"/>
          </a:bodyPr>
          <a:lstStyle/>
          <a:p>
            <a:pPr indent="0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1600" b="0" strike="noStrike" spc="7">
                <a:solidFill>
                  <a:schemeClr val="dk1">
                    <a:lumMod val="85000"/>
                    <a:lumOff val="15000"/>
                  </a:schemeClr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US" sz="1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09" name="Straight Connector 6"/>
          <p:cNvCxnSpPr/>
          <p:nvPr/>
        </p:nvCxnSpPr>
        <p:spPr>
          <a:xfrm>
            <a:off x="524880" y="1622160"/>
            <a:ext cx="4321080" cy="7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110" name="Straight Connector 5"/>
          <p:cNvCxnSpPr/>
          <p:nvPr/>
        </p:nvCxnSpPr>
        <p:spPr>
          <a:xfrm>
            <a:off x="335880" y="6301080"/>
            <a:ext cx="11520720" cy="72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111" name="TextBox 9"/>
          <p:cNvSpPr/>
          <p:nvPr/>
        </p:nvSpPr>
        <p:spPr>
          <a:xfrm>
            <a:off x="142200" y="6384600"/>
            <a:ext cx="3872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7">
                <a:solidFill>
                  <a:schemeClr val="lt1">
                    <a:lumMod val="95000"/>
                  </a:schemeClr>
                </a:solidFill>
                <a:latin typeface="Roboto"/>
                <a:ea typeface="Roboto"/>
              </a:rPr>
              <a:t>© 2023 SPEC INDIA. All Rights Reserved.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2" name="Subtitle 2"/>
          <p:cNvSpPr/>
          <p:nvPr/>
        </p:nvSpPr>
        <p:spPr>
          <a:xfrm>
            <a:off x="457560" y="2609640"/>
            <a:ext cx="23403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7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 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3" name="Subtitle 2"/>
          <p:cNvSpPr/>
          <p:nvPr/>
        </p:nvSpPr>
        <p:spPr>
          <a:xfrm>
            <a:off x="2798640" y="2609640"/>
            <a:ext cx="234036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7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4" name="Subtitle 2"/>
          <p:cNvSpPr/>
          <p:nvPr/>
        </p:nvSpPr>
        <p:spPr>
          <a:xfrm>
            <a:off x="7244280" y="796680"/>
            <a:ext cx="369936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7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lang="en-US" sz="1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5" name="Subtitle 2"/>
          <p:cNvSpPr/>
          <p:nvPr/>
        </p:nvSpPr>
        <p:spPr>
          <a:xfrm>
            <a:off x="7581240" y="129204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/>
                </a:solidFill>
                <a:uFillTx/>
                <a:latin typeface="Roboto"/>
                <a:ea typeface="Roboto"/>
                <a:hlinkClick r:id="rId5"/>
              </a:rPr>
              <a:t>lead@spec-india.com 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6" name="Subtitle 2"/>
          <p:cNvSpPr/>
          <p:nvPr/>
        </p:nvSpPr>
        <p:spPr>
          <a:xfrm>
            <a:off x="7581240" y="168768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+91-79-26404031 to 34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7" name="Subtitle 2"/>
          <p:cNvSpPr/>
          <p:nvPr/>
        </p:nvSpPr>
        <p:spPr>
          <a:xfrm>
            <a:off x="7581240" y="2083320"/>
            <a:ext cx="369936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SPEC House”, Parth Complex,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18" name="Straight Connector 12"/>
          <p:cNvCxnSpPr/>
          <p:nvPr/>
        </p:nvCxnSpPr>
        <p:spPr>
          <a:xfrm>
            <a:off x="7326720" y="1179720"/>
            <a:ext cx="3069000" cy="7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19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7326720" y="13316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7"/>
          <p:cNvPicPr/>
          <p:nvPr/>
        </p:nvPicPr>
        <p:blipFill>
          <a:blip r:embed="rId7"/>
          <a:stretch>
            <a:fillRect/>
          </a:stretch>
        </p:blipFill>
        <p:spPr>
          <a:xfrm>
            <a:off x="7326720" y="172728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18"/>
          <p:cNvPicPr/>
          <p:nvPr/>
        </p:nvPicPr>
        <p:blipFill>
          <a:blip r:embed="rId8"/>
          <a:stretch>
            <a:fillRect/>
          </a:stretch>
        </p:blipFill>
        <p:spPr>
          <a:xfrm>
            <a:off x="7328520" y="2122920"/>
            <a:ext cx="227880" cy="227880"/>
          </a:xfrm>
          <a:prstGeom prst="rect">
            <a:avLst/>
          </a:prstGeom>
          <a:ln w="0">
            <a:noFill/>
          </a:ln>
        </p:spPr>
      </p:pic>
      <p:sp>
        <p:nvSpPr>
          <p:cNvPr id="122" name="Subtitle 2"/>
          <p:cNvSpPr/>
          <p:nvPr/>
        </p:nvSpPr>
        <p:spPr>
          <a:xfrm>
            <a:off x="7244280" y="2842200"/>
            <a:ext cx="369936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7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lang="en-US" sz="16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3" name="Subtitle 2"/>
          <p:cNvSpPr/>
          <p:nvPr/>
        </p:nvSpPr>
        <p:spPr>
          <a:xfrm>
            <a:off x="7581240" y="333756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7">
                <a:solidFill>
                  <a:schemeClr val="lt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4" name="Subtitle 2"/>
          <p:cNvSpPr/>
          <p:nvPr/>
        </p:nvSpPr>
        <p:spPr>
          <a:xfrm>
            <a:off x="7581240" y="373320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+ 1 908-450-9862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5" name="Subtitle 2"/>
          <p:cNvSpPr/>
          <p:nvPr/>
        </p:nvSpPr>
        <p:spPr>
          <a:xfrm>
            <a:off x="7581240" y="4128480"/>
            <a:ext cx="3699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7">
                <a:solidFill>
                  <a:schemeClr val="lt1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lang="en-US" sz="1400" b="0" strike="noStrike" spc="-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26" name="Straight Connector 24"/>
          <p:cNvCxnSpPr/>
          <p:nvPr/>
        </p:nvCxnSpPr>
        <p:spPr>
          <a:xfrm>
            <a:off x="7326720" y="3224880"/>
            <a:ext cx="3069000" cy="7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27" name="Picture 25"/>
          <p:cNvPicPr/>
          <p:nvPr/>
        </p:nvPicPr>
        <p:blipFill>
          <a:blip r:embed="rId6"/>
          <a:stretch>
            <a:fillRect/>
          </a:stretch>
        </p:blipFill>
        <p:spPr>
          <a:xfrm>
            <a:off x="7326720" y="337716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26"/>
          <p:cNvPicPr/>
          <p:nvPr/>
        </p:nvPicPr>
        <p:blipFill>
          <a:blip r:embed="rId7"/>
          <a:stretch>
            <a:fillRect/>
          </a:stretch>
        </p:blipFill>
        <p:spPr>
          <a:xfrm>
            <a:off x="7326720" y="37724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7"/>
          <p:cNvPicPr/>
          <p:nvPr/>
        </p:nvPicPr>
        <p:blipFill>
          <a:blip r:embed="rId8"/>
          <a:stretch>
            <a:fillRect/>
          </a:stretch>
        </p:blipFill>
        <p:spPr>
          <a:xfrm>
            <a:off x="7328520" y="416808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39" descr="Logo&#10;&#10;Description automatically generated">
            <a:hlinkClick r:id="rId10"/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2600280" y="5526000"/>
            <a:ext cx="881280" cy="25128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41" descr="A picture containing text, clipart&#10;&#10;Description automatically generated">
            <a:hlinkClick r:id="rId12"/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3831120" y="5544000"/>
            <a:ext cx="1511280" cy="21528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43" descr="A picture containing text, clipart&#10;&#10;Description automatically generated">
            <a:hlinkClick r:id="rId14"/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5692320" y="5526000"/>
            <a:ext cx="765720" cy="25128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45" descr="A picture containing text, clipart&#10;&#10;Description automatically generated">
            <a:hlinkClick r:id="rId16"/>
          </p:cNvPr>
          <p:cNvPicPr/>
          <p:nvPr/>
        </p:nvPicPr>
        <p:blipFill>
          <a:blip r:embed="rId17"/>
          <a:stretch>
            <a:fillRect/>
          </a:stretch>
        </p:blipFill>
        <p:spPr>
          <a:xfrm>
            <a:off x="6807960" y="5526000"/>
            <a:ext cx="1282320" cy="25128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47" descr="A picture containing text, transport, clipart, wheel&#10;&#10;Description automatically generated">
            <a:hlinkClick r:id="rId18"/>
          </p:cNvPr>
          <p:cNvPicPr/>
          <p:nvPr/>
        </p:nvPicPr>
        <p:blipFill>
          <a:blip r:embed="rId19"/>
          <a:stretch>
            <a:fillRect/>
          </a:stretch>
        </p:blipFill>
        <p:spPr>
          <a:xfrm>
            <a:off x="8439840" y="5544000"/>
            <a:ext cx="1151280" cy="21528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3" descr="Shape&#10;&#10;Description automatically generated">
            <a:hlinkClick r:id="rId20"/>
          </p:cNvPr>
          <p:cNvPicPr/>
          <p:nvPr/>
        </p:nvPicPr>
        <p:blipFill>
          <a:blip r:embed="rId21"/>
          <a:stretch>
            <a:fillRect/>
          </a:stretch>
        </p:blipFill>
        <p:spPr>
          <a:xfrm>
            <a:off x="1162728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29" descr="A picture containing clipart&#10;&#10;Description automatically generated">
            <a:hlinkClick r:id="rId22"/>
          </p:cNvPr>
          <p:cNvPicPr/>
          <p:nvPr/>
        </p:nvPicPr>
        <p:blipFill>
          <a:blip r:embed="rId23"/>
          <a:stretch>
            <a:fillRect/>
          </a:stretch>
        </p:blipFill>
        <p:spPr>
          <a:xfrm>
            <a:off x="1125756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31" descr="A picture containing text, clipart&#10;&#10;Description automatically generated">
            <a:hlinkClick r:id="rId24"/>
          </p:cNvPr>
          <p:cNvPicPr/>
          <p:nvPr/>
        </p:nvPicPr>
        <p:blipFill>
          <a:blip r:embed="rId25"/>
          <a:stretch>
            <a:fillRect/>
          </a:stretch>
        </p:blipFill>
        <p:spPr>
          <a:xfrm>
            <a:off x="977760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35" descr="A picture containing text, clipart&#10;&#10;Description automatically generated">
            <a:hlinkClick r:id="rId26"/>
          </p:cNvPr>
          <p:cNvPicPr/>
          <p:nvPr/>
        </p:nvPicPr>
        <p:blipFill>
          <a:blip r:embed="rId27"/>
          <a:stretch>
            <a:fillRect/>
          </a:stretch>
        </p:blipFill>
        <p:spPr>
          <a:xfrm>
            <a:off x="1014732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37" descr="A picture containing clipart&#10;&#10;Description automatically generated">
            <a:hlinkClick r:id="rId28"/>
          </p:cNvPr>
          <p:cNvPicPr/>
          <p:nvPr/>
        </p:nvPicPr>
        <p:blipFill>
          <a:blip r:embed="rId29"/>
          <a:stretch>
            <a:fillRect/>
          </a:stretch>
        </p:blipFill>
        <p:spPr>
          <a:xfrm>
            <a:off x="10517400" y="6429240"/>
            <a:ext cx="227880" cy="22788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40" descr="A picture containing text, clipart&#10;&#10;Description automatically generated"/>
          <p:cNvPicPr/>
          <p:nvPr/>
        </p:nvPicPr>
        <p:blipFill>
          <a:blip r:embed="rId30"/>
          <a:stretch>
            <a:fillRect/>
          </a:stretch>
        </p:blipFill>
        <p:spPr>
          <a:xfrm>
            <a:off x="6960240" y="586368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44" descr="A picture containing text, clipart&#10;&#10;Description automatically generated"/>
          <p:cNvPicPr/>
          <p:nvPr/>
        </p:nvPicPr>
        <p:blipFill>
          <a:blip r:embed="rId31"/>
          <a:stretch>
            <a:fillRect/>
          </a:stretch>
        </p:blipFill>
        <p:spPr>
          <a:xfrm>
            <a:off x="8526960" y="585144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46" descr="A picture containing text, clipart&#10;&#10;Description automatically generated"/>
          <p:cNvPicPr/>
          <p:nvPr/>
        </p:nvPicPr>
        <p:blipFill>
          <a:blip r:embed="rId31"/>
          <a:stretch>
            <a:fillRect/>
          </a:stretch>
        </p:blipFill>
        <p:spPr>
          <a:xfrm>
            <a:off x="5586480" y="585144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49" descr="A picture containing text, clipart&#10;&#10;Description automatically generated"/>
          <p:cNvPicPr/>
          <p:nvPr/>
        </p:nvPicPr>
        <p:blipFill>
          <a:blip r:embed="rId30"/>
          <a:stretch>
            <a:fillRect/>
          </a:stretch>
        </p:blipFill>
        <p:spPr>
          <a:xfrm>
            <a:off x="4098240" y="586368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50" descr="A picture containing text, clipart&#10;&#10;Description automatically generated"/>
          <p:cNvPicPr/>
          <p:nvPr/>
        </p:nvPicPr>
        <p:blipFill>
          <a:blip r:embed="rId31"/>
          <a:stretch>
            <a:fillRect/>
          </a:stretch>
        </p:blipFill>
        <p:spPr>
          <a:xfrm>
            <a:off x="2580480" y="5858280"/>
            <a:ext cx="977040" cy="15156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52" descr="A picture containing text, clipart&#10;&#10;Description automatically generated">
            <a:hlinkClick r:id="rId32"/>
          </p:cNvPr>
          <p:cNvPicPr/>
          <p:nvPr/>
        </p:nvPicPr>
        <p:blipFill>
          <a:blip r:embed="rId33"/>
          <a:stretch>
            <a:fillRect/>
          </a:stretch>
        </p:blipFill>
        <p:spPr>
          <a:xfrm>
            <a:off x="10887480" y="6428520"/>
            <a:ext cx="227880" cy="227880"/>
          </a:xfrm>
          <a:prstGeom prst="rect">
            <a:avLst/>
          </a:prstGeom>
          <a:ln w="0">
            <a:noFill/>
          </a:ln>
        </p:spPr>
      </p:pic>
      <p:cxnSp>
        <p:nvCxnSpPr>
          <p:cNvPr id="146" name="Straight Connector 58"/>
          <p:cNvCxnSpPr/>
          <p:nvPr/>
        </p:nvCxnSpPr>
        <p:spPr>
          <a:xfrm>
            <a:off x="2580120" y="2716200"/>
            <a:ext cx="720" cy="52056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26" baseType="lpstr">
      <vt:lpstr>Arial</vt:lpstr>
      <vt:lpstr>Calibri</vt:lpstr>
      <vt:lpstr>Calibri Light</vt:lpstr>
      <vt:lpstr>Roboto</vt:lpstr>
      <vt:lpstr>Symbol</vt:lpstr>
      <vt:lpstr>Times New Roman</vt:lpstr>
      <vt:lpstr>Wingdings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Hanwha Vision    16th Apr’25 – 30th Apr’25</vt:lpstr>
      <vt:lpstr>Meeting Participants</vt:lpstr>
      <vt:lpstr>Rashmi Patel - Highlights of the work done in two weeks</vt:lpstr>
      <vt:lpstr>Rashmi Patel - Roadblocks / issues if any </vt:lpstr>
      <vt:lpstr>Rashmi Patel - Improvement Points Identified</vt:lpstr>
      <vt:lpstr>Rashmi Patel - Any New Problem Statement Seen / Identified * If any</vt:lpstr>
      <vt:lpstr>Rashmi Patel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497</cp:revision>
  <dcterms:created xsi:type="dcterms:W3CDTF">2023-01-02T08:33:00Z</dcterms:created>
  <dcterms:modified xsi:type="dcterms:W3CDTF">2025-05-01T07:20:45Z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  <property fmtid="{D5CDD505-2E9C-101B-9397-08002B2CF9AE}" pid="4" name="ICV">
    <vt:lpwstr>76030A7711084D6A9EBC293995FA41FD</vt:lpwstr>
  </property>
  <property fmtid="{D5CDD505-2E9C-101B-9397-08002B2CF9AE}" pid="5" name="KSOProductBuildVer">
    <vt:lpwstr>1033-11.2.0.11440</vt:lpwstr>
  </property>
</Properties>
</file>