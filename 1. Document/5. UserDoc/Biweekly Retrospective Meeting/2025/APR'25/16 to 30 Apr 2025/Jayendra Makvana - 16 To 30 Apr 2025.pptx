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Apr’25 – 30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Apr’25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0631"/>
            <a:ext cx="8214199" cy="2944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555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R&amp;D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on Speed Detection and Vehicle Turning Movement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APIs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Discussed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People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Vehicle Queue Management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Prepared the list of widgets with their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Data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APIs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supported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events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Started work on the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Data Dictionary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for the client application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R&amp;D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Map Flow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implementation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Client meeting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with Bala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Demo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of the License Web Application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Reviewed the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Site Comparison Report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provided feedback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Worked on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Gender wise People Counting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functionality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Resolved Git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authentication issue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on Dhaval's PC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Allocated tasks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reviewed progress with team members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Took understanding from </a:t>
            </a:r>
            <a:r>
              <a:rPr lang="en-US" sz="1400" spc="-1" dirty="0" err="1">
                <a:solidFill>
                  <a:srgbClr val="000000"/>
                </a:solidFill>
                <a:latin typeface="Calibri"/>
              </a:rPr>
              <a:t>Darshil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regarding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Alexa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integration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Reviewed the data model and provided the corrections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Performed API code review and provided suggestions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Worked with Sandip on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widget related questions and doubts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Reviewed all prepared widgets and added required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comments in the Figma design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Discussion with team members regarding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Tasks and doubts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7CCB2-E6AD-A05C-49CE-FFFD0EF41A8F}"/>
              </a:ext>
            </a:extLst>
          </p:cNvPr>
          <p:cNvSpPr txBox="1"/>
          <p:nvPr/>
        </p:nvSpPr>
        <p:spPr>
          <a:xfrm>
            <a:off x="392365" y="1337459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35914"/>
            <a:ext cx="11407267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Quickly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fix bugs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after testing.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Conduct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code reviews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testing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before marking any task as complete.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Increase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speed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in repeated tasks.</a:t>
            </a: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>
                <a:ea typeface="Roboto" panose="02000000000000000000" pitchFamily="2" charset="0"/>
                <a:cs typeface="Roboto" panose="02000000000000000000" pitchFamily="2" charset="0"/>
              </a:rPr>
              <a:t>There 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is no any problem statement identified yet.</a:t>
            </a: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5898</TotalTime>
  <Words>395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16th Apr’25 – 30th Apr’25</vt:lpstr>
      <vt:lpstr>Meeting Participants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Jayendra Makwana</cp:lastModifiedBy>
  <cp:revision>499</cp:revision>
  <dcterms:created xsi:type="dcterms:W3CDTF">2023-01-02T08:33:04Z</dcterms:created>
  <dcterms:modified xsi:type="dcterms:W3CDTF">2025-05-01T08:37:04Z</dcterms:modified>
</cp:coreProperties>
</file>