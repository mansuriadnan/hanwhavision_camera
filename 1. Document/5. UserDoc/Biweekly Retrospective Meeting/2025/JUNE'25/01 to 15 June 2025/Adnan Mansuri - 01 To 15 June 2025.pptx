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June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June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52622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Added new permissions as per the requirements.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Developed a method to insert widgets based on their categories.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Applied the appropriate widget permissions within the Widget Controller.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generating the .exe file.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existing script file according to the latest requirements.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Built and successfully tested the installation file on a clean PC environment.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Added a desktop shortcut for the executable file, including the company icon.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Removed unnecessary permissions from the database.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Modified the existing script to include email template functionality.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ClientTimeZone and ClientSettings tables and inserted initial data using a migration.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Working on validating the user and device through the back-end API.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Hide and show sidebar menu based on license validation.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</a:t>
            </a:r>
            <a:r>
              <a:rPr lang="en-IN" altLang="en-US" sz="1400" dirty="0"/>
              <a:t>June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2090</Words>
  <Application>WPS Presentation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May’25 – 15th May’25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570</cp:revision>
  <dcterms:created xsi:type="dcterms:W3CDTF">2023-01-02T08:33:00Z</dcterms:created>
  <dcterms:modified xsi:type="dcterms:W3CDTF">2025-06-17T07:08:01Z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1033-12.2.0.21546</vt:lpwstr>
  </property>
</Properties>
</file>