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June’25 – 15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June’25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522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Resolved </a:t>
            </a:r>
            <a:r>
              <a:rPr lang="en-US" sz="1600" b="1" spc="-1" dirty="0">
                <a:solidFill>
                  <a:srgbClr val="000000"/>
                </a:solidFill>
              </a:rPr>
              <a:t>common data</a:t>
            </a:r>
            <a:r>
              <a:rPr lang="en-US" sz="1600" spc="-1" dirty="0">
                <a:solidFill>
                  <a:srgbClr val="000000"/>
                </a:solidFill>
              </a:rPr>
              <a:t> issues in bar and line chart logic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Fixed service execution time issue for </a:t>
            </a:r>
            <a:r>
              <a:rPr lang="en-US" sz="1600" b="1" spc="-1" dirty="0">
                <a:solidFill>
                  <a:srgbClr val="000000"/>
                </a:solidFill>
              </a:rPr>
              <a:t>resetting camera job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Created an API to read .</a:t>
            </a:r>
            <a:r>
              <a:rPr lang="en-US" sz="1600" spc="-1" dirty="0" err="1">
                <a:solidFill>
                  <a:srgbClr val="000000"/>
                </a:solidFill>
              </a:rPr>
              <a:t>mkv</a:t>
            </a:r>
            <a:r>
              <a:rPr lang="en-US" sz="1600" spc="-1" dirty="0">
                <a:solidFill>
                  <a:srgbClr val="000000"/>
                </a:solidFill>
              </a:rPr>
              <a:t> video files from the </a:t>
            </a:r>
            <a:r>
              <a:rPr lang="en-US" sz="1600" b="1" spc="-1" dirty="0">
                <a:solidFill>
                  <a:srgbClr val="000000"/>
                </a:solidFill>
              </a:rPr>
              <a:t>FTP server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Identified and resolved issues in the common chart </a:t>
            </a:r>
            <a:r>
              <a:rPr lang="en-US" sz="1600" b="1" spc="-1" dirty="0">
                <a:solidFill>
                  <a:srgbClr val="000000"/>
                </a:solidFill>
              </a:rPr>
              <a:t>data filtering logic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spc="-1" dirty="0">
                <a:solidFill>
                  <a:srgbClr val="000000"/>
                </a:solidFill>
              </a:rPr>
              <a:t>Allocated</a:t>
            </a:r>
            <a:r>
              <a:rPr lang="en-US" sz="1600" spc="-1" dirty="0">
                <a:solidFill>
                  <a:srgbClr val="000000"/>
                </a:solidFill>
              </a:rPr>
              <a:t> all pending </a:t>
            </a:r>
            <a:r>
              <a:rPr lang="en-US" sz="1600" b="1" spc="-1" dirty="0">
                <a:solidFill>
                  <a:srgbClr val="000000"/>
                </a:solidFill>
              </a:rPr>
              <a:t>tasks</a:t>
            </a:r>
            <a:r>
              <a:rPr lang="en-US" sz="1600" spc="-1" dirty="0">
                <a:solidFill>
                  <a:srgbClr val="000000"/>
                </a:solidFill>
              </a:rPr>
              <a:t> to team members during the meeting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Updated device </a:t>
            </a:r>
            <a:r>
              <a:rPr lang="en-US" sz="1600" b="1" spc="-1" dirty="0">
                <a:solidFill>
                  <a:srgbClr val="000000"/>
                </a:solidFill>
              </a:rPr>
              <a:t>issues</a:t>
            </a:r>
            <a:r>
              <a:rPr lang="en-US" sz="1600" spc="-1" dirty="0">
                <a:solidFill>
                  <a:srgbClr val="000000"/>
                </a:solidFill>
              </a:rPr>
              <a:t>. corrected </a:t>
            </a:r>
            <a:r>
              <a:rPr lang="en-US" sz="1600" b="1" spc="-1" dirty="0">
                <a:solidFill>
                  <a:srgbClr val="000000"/>
                </a:solidFill>
              </a:rPr>
              <a:t>API model</a:t>
            </a:r>
            <a:r>
              <a:rPr lang="en-US" sz="1600" spc="-1" dirty="0">
                <a:solidFill>
                  <a:srgbClr val="000000"/>
                </a:solidFill>
              </a:rPr>
              <a:t> types based on device models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Worked on resolving the </a:t>
            </a:r>
            <a:r>
              <a:rPr lang="en-US" sz="1600" b="1" spc="-1" dirty="0" err="1">
                <a:solidFill>
                  <a:srgbClr val="000000"/>
                </a:solidFill>
              </a:rPr>
              <a:t>SignalR</a:t>
            </a:r>
            <a:r>
              <a:rPr lang="en-US" sz="1600" spc="-1" dirty="0">
                <a:solidFill>
                  <a:srgbClr val="000000"/>
                </a:solidFill>
              </a:rPr>
              <a:t> connection issue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Worked on </a:t>
            </a:r>
            <a:r>
              <a:rPr lang="en-US" sz="1600" b="1" spc="-1" dirty="0">
                <a:solidFill>
                  <a:srgbClr val="000000"/>
                </a:solidFill>
              </a:rPr>
              <a:t>Vehicle Queue Analysis</a:t>
            </a:r>
            <a:r>
              <a:rPr lang="en-US" sz="1600" spc="-1" dirty="0">
                <a:solidFill>
                  <a:srgbClr val="000000"/>
                </a:solidFill>
              </a:rPr>
              <a:t> widget for display </a:t>
            </a:r>
            <a:r>
              <a:rPr lang="en-US" sz="1600" b="1" spc="-1" dirty="0">
                <a:solidFill>
                  <a:srgbClr val="000000"/>
                </a:solidFill>
              </a:rPr>
              <a:t>event</a:t>
            </a:r>
            <a:r>
              <a:rPr lang="en-US" sz="1600" spc="-1" dirty="0">
                <a:solidFill>
                  <a:srgbClr val="000000"/>
                </a:solidFill>
              </a:rPr>
              <a:t>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Implemented </a:t>
            </a:r>
            <a:r>
              <a:rPr lang="en-US" sz="1600" b="1" spc="-1" dirty="0">
                <a:solidFill>
                  <a:srgbClr val="000000"/>
                </a:solidFill>
              </a:rPr>
              <a:t>cumulative people count</a:t>
            </a:r>
            <a:r>
              <a:rPr lang="en-US" sz="1600" spc="-1" dirty="0">
                <a:solidFill>
                  <a:srgbClr val="000000"/>
                </a:solidFill>
              </a:rPr>
              <a:t> logic for both same-day and cross-date scenarios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Displayed </a:t>
            </a:r>
            <a:r>
              <a:rPr lang="en-US" sz="1600" b="1" spc="-1" dirty="0">
                <a:solidFill>
                  <a:srgbClr val="000000"/>
                </a:solidFill>
              </a:rPr>
              <a:t>averages</a:t>
            </a:r>
            <a:r>
              <a:rPr lang="en-US" sz="1600" spc="-1" dirty="0">
                <a:solidFill>
                  <a:srgbClr val="000000"/>
                </a:solidFill>
              </a:rPr>
              <a:t> in the Average People Count widget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Identified the issue of </a:t>
            </a:r>
            <a:r>
              <a:rPr lang="en-US" sz="1600" b="1" spc="-1" dirty="0">
                <a:solidFill>
                  <a:srgbClr val="000000"/>
                </a:solidFill>
              </a:rPr>
              <a:t>people count</a:t>
            </a:r>
            <a:r>
              <a:rPr lang="en-US" sz="1600" spc="-1" dirty="0">
                <a:solidFill>
                  <a:srgbClr val="000000"/>
                </a:solidFill>
              </a:rPr>
              <a:t> not working on a </a:t>
            </a:r>
            <a:r>
              <a:rPr lang="en-US" sz="1600" b="1" spc="-1" dirty="0">
                <a:solidFill>
                  <a:srgbClr val="000000"/>
                </a:solidFill>
              </a:rPr>
              <a:t>specific camera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spc="-1" dirty="0">
                <a:solidFill>
                  <a:srgbClr val="000000"/>
                </a:solidFill>
              </a:rPr>
              <a:t>Set up</a:t>
            </a:r>
            <a:r>
              <a:rPr lang="en-US" sz="1600" spc="-1" dirty="0">
                <a:solidFill>
                  <a:srgbClr val="000000"/>
                </a:solidFill>
              </a:rPr>
              <a:t> a fresh project on Dhaval’s machine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Performed application </a:t>
            </a:r>
            <a:r>
              <a:rPr lang="en-US" sz="1600" b="1" spc="-1" dirty="0">
                <a:solidFill>
                  <a:srgbClr val="000000"/>
                </a:solidFill>
              </a:rPr>
              <a:t>testing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Tasks and doubts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 practice of </a:t>
            </a:r>
            <a:r>
              <a:rPr lang="en-US" sz="1400" b="1" dirty="0"/>
              <a:t>unit testing</a:t>
            </a:r>
            <a:r>
              <a:rPr lang="en-US" sz="1400" dirty="0"/>
              <a:t> and </a:t>
            </a:r>
            <a:r>
              <a:rPr lang="en-US" sz="1400" b="1" dirty="0"/>
              <a:t>code review</a:t>
            </a:r>
            <a:r>
              <a:rPr lang="en-US" sz="1400" dirty="0"/>
              <a:t> has been </a:t>
            </a:r>
            <a:r>
              <a:rPr lang="en-US" sz="1400" b="1" dirty="0"/>
              <a:t>discontinued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35914"/>
            <a:ext cx="11407267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 reviews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before marking any task as complete.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Safety measure camera has not been provided from client end.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6041</TotalTime>
  <Words>387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01st June’25 – 15th June’25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514</cp:revision>
  <dcterms:created xsi:type="dcterms:W3CDTF">2023-01-02T08:33:04Z</dcterms:created>
  <dcterms:modified xsi:type="dcterms:W3CDTF">2025-06-17T07:19:44Z</dcterms:modified>
</cp:coreProperties>
</file>