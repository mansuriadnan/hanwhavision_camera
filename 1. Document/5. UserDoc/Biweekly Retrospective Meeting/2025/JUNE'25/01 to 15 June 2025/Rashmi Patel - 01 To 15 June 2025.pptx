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6" r:id="rId3"/>
    <p:sldMasterId id="2147483658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670" r:id="rId10"/>
    <p:sldMasterId id="2147483672" r:id="rId11"/>
    <p:sldMasterId id="2147483674" r:id="rId12"/>
    <p:sldMasterId id="2147483676" r:id="rId13"/>
    <p:sldMasterId id="2147483678" r:id="rId14"/>
    <p:sldMasterId id="2147483680" r:id="rId15"/>
    <p:sldMasterId id="2147483682" r:id="rId16"/>
    <p:sldMasterId id="2147483684" r:id="rId17"/>
    <p:sldMasterId id="2147483686" r:id="rId18"/>
    <p:sldMasterId id="2147483688" r:id="rId19"/>
    <p:sldMasterId id="2147483690" r:id="rId20"/>
    <p:sldMasterId id="2147483692" r:id="rId21"/>
    <p:sldMasterId id="2147483694" r:id="rId22"/>
    <p:sldMasterId id="2147483696" r:id="rId23"/>
    <p:sldMasterId id="2147483698" r:id="rId24"/>
    <p:sldMasterId id="2147483700" r:id="rId25"/>
    <p:sldMasterId id="2147483702" r:id="rId26"/>
    <p:sldMasterId id="2147483704" r:id="rId27"/>
    <p:sldMasterId id="2147483706" r:id="rId28"/>
    <p:sldMasterId id="2147483708" r:id="rId29"/>
    <p:sldMasterId id="2147483710" r:id="rId30"/>
  </p:sldMasterIdLst>
  <p:sldIdLst>
    <p:sldId id="256" r:id="rId31"/>
    <p:sldId id="257" r:id="rId32"/>
    <p:sldId id="258" r:id="rId33"/>
    <p:sldId id="259" r:id="rId34"/>
    <p:sldId id="260" r:id="rId35"/>
    <p:sldId id="261" r:id="rId36"/>
    <p:sldId id="262" r:id="rId37"/>
    <p:sldId id="263" r:id="rId38"/>
    <p:sldId id="264" r:id="rId3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" Target="slides/slide1.xml"/><Relationship Id="rId32" Type="http://schemas.openxmlformats.org/officeDocument/2006/relationships/slide" Target="slides/slide2.xml"/><Relationship Id="rId33" Type="http://schemas.openxmlformats.org/officeDocument/2006/relationships/slide" Target="slides/slide3.xml"/><Relationship Id="rId34" Type="http://schemas.openxmlformats.org/officeDocument/2006/relationships/slide" Target="slides/slide4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9D4AF6E-E3BB-4EFC-A501-A414F245F5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68A6E1-A155-4FE0-BE7A-BF82082815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7B6935-0D95-4BF8-86B2-B68746451B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2D1619-5260-41D7-AC7A-092E710384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70BB53-E3B1-4A70-947B-41258F72FB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DA8125-75F2-4FE2-A486-4E6D886135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F41A48-47F8-4FA6-8ED2-A6BE39CBEC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82777E2-ECB3-4D16-89AA-870D71102E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0B0E61-0127-4E5B-ADB9-C4A47502DC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16306BE-4629-4A99-B558-8E133C610B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3644F68-FB27-4122-80DF-2411C47222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201F6D5-3CE6-4FE9-9BDB-A1311C5231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A09723F-AC49-43E9-99E1-E6D041F309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188F1F9-5DC1-48B8-93F7-676379C6DC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C3F9212-633B-44A1-BEC4-3699FB06E9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514DA79-FDB9-4F70-9180-E6E73E5A74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4702C43-4F51-41ED-8C3E-366AA6CA5A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E7BD20C-B42C-4E51-A807-84E5925FBC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2D855FA-7057-47D9-B34C-134D1B864C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BEDE914C-833B-4182-9FC9-07F8DA7420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34C2A3BF-A862-4315-BE96-63A6C4B955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9FD6DD2F-6EFE-4DED-AD14-B7CDD27C0A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CFE8E31E-F878-4913-9059-49BB488935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E37CE380-0454-4F5C-967A-79E182A7E7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E1A274A0-1165-4940-8CB8-C5C7EFE283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7A3E60C7-85C2-4099-AB92-2ABC9FFFF9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394566FC-4277-49A7-8148-58C027B46E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FA0CECB8-DA1C-4A19-A364-353477DA73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5C82AE1F-8DCE-4C4E-98D3-88132750D7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D305A456-4255-41B4-B95C-3D29F2959F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BEC761C6-E54F-4B86-9273-0B7128EFBD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50E3EB75-7C1B-471A-B277-191117FAB7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98B26F24-BE64-4F51-9172-603F4BC6B9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0A183947-4DEB-4763-8B1C-56FD0A65C1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6ADA5B8F-99FF-4C74-996E-DDFF62EDBF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8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9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0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1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3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8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9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20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21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2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23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4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5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6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7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8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9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30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31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32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33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34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3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A824A8D-2CE6-4DF9-9D07-4600266D1FFA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68688FC-4B8A-429F-8261-8D918C634059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F3F94CD-3589-48EB-AD73-D16F38E78CD4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5C7066C-2C8A-41C0-AF28-1BAB62E02B75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14F4B4D-7DD1-4CAA-A86D-1EDEBB9B2BFB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61A6397-BA52-4ACA-901C-D72B11D806A3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9F66E77-1A67-4171-9B41-12B91D4491E5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E5D2176-55F3-43D5-9110-2DBDBDDF26AD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5F6F955-12CF-442E-920D-A8ED11C55C90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E993909-CF24-4CA5-A9C5-1BB46A6C3E2B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0C44553-E24F-4D39-8205-F193E2662626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66A142F-5D84-4EC9-985E-E780E5F41D79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AC31771-275A-4484-8C1B-DC977E2F316A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3172AD0-312A-4B4D-8E15-79E88AB51DBA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947E574-7D34-4F95-93A4-F72EB31076BF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65C5FFB-B6A8-4AA1-8002-BB3F8E0EF03F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8201DE0-956E-40A8-A6FE-E7EEB35C434E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D28A1D0-2E30-4142-9A29-9C4ECBD33AF8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B1EF36B-C4A1-468B-A3AE-702F004879E9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AC95EC2-55F1-4517-BE4E-D81AB0BAE5D0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435CD5A-2E76-4111-93C2-C203BFC891A1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80B144C-2599-4D03-8475-88AC09CD71BC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2882270-4948-499E-B676-C0CE8382D6A1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299B9F8-8FDC-446A-951A-6DE75769DBD5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4260433-69D7-451F-91E4-CBD177620A15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6DE635F-1FE1-42F0-AD88-CAA70523816F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2BB80F6-3387-43C9-BC73-89752ECCEEDF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397378A-7961-4229-9F9F-C32F5D19D5EA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02BB57C-2CA2-479C-BEF2-BB53A9797E09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2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Picture 19" descr=""/>
          <p:cNvPicPr/>
          <p:nvPr/>
        </p:nvPicPr>
        <p:blipFill>
          <a:blip r:embed="rId1"/>
          <a:stretch/>
        </p:blipFill>
        <p:spPr>
          <a:xfrm>
            <a:off x="178200" y="-228600"/>
            <a:ext cx="6678000" cy="622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9960" cy="177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89960" cy="482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364680" y="1778040"/>
            <a:ext cx="4805640" cy="96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Hanwha Vision   </a:t>
            </a:r>
            <a:br>
              <a:rPr sz="3000"/>
            </a:b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01st – 15th June’25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49" name="Straight Connector 6"/>
          <p:cNvCxnSpPr/>
          <p:nvPr/>
        </p:nvCxnSpPr>
        <p:spPr>
          <a:xfrm>
            <a:off x="364320" y="2859480"/>
            <a:ext cx="4955400" cy="216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150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69720" cy="101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24880" y="611280"/>
            <a:ext cx="1775880" cy="53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itle 1"/>
          <p:cNvSpPr/>
          <p:nvPr/>
        </p:nvSpPr>
        <p:spPr>
          <a:xfrm>
            <a:off x="3657600" y="2921040"/>
            <a:ext cx="228564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90000"/>
              </a:lnSpc>
            </a:pPr>
            <a:r>
              <a:rPr b="1" lang="en-US" sz="2000" spc="6" strike="noStrike" u="none">
                <a:solidFill>
                  <a:srgbClr val="7030a0"/>
                </a:solidFill>
                <a:uFillTx/>
                <a:latin typeface="Roboto"/>
                <a:ea typeface="Roboto"/>
              </a:rPr>
              <a:t>Rashmi Patel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4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6480" cy="11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Meeting Participants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55" name="Straight Connector 8"/>
          <p:cNvCxnSpPr/>
          <p:nvPr/>
        </p:nvCxnSpPr>
        <p:spPr>
          <a:xfrm>
            <a:off x="335880" y="6222960"/>
            <a:ext cx="11522160" cy="21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56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Rectangle 7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58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Subtitle 2"/>
          <p:cNvSpPr/>
          <p:nvPr/>
        </p:nvSpPr>
        <p:spPr>
          <a:xfrm>
            <a:off x="4835880" y="6443640"/>
            <a:ext cx="25178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448560" y="1270800"/>
            <a:ext cx="821196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Parth Jotangiya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Jayendra Makvana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Adnan Mansuri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Hiten Parmar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Rashmi Patel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Hasti Kaneriya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  <a:ea typeface="Roboto Medium"/>
              </a:rPr>
              <a:t>Bhavika Gamdha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4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2800" cy="11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Highlights of the work done in two weeks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63" name="Straight Connector 8"/>
          <p:cNvCxnSpPr/>
          <p:nvPr/>
        </p:nvCxnSpPr>
        <p:spPr>
          <a:xfrm>
            <a:off x="335880" y="6222960"/>
            <a:ext cx="11522160" cy="21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64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Rectangle 7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66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Subtitle 2"/>
          <p:cNvSpPr/>
          <p:nvPr/>
        </p:nvSpPr>
        <p:spPr>
          <a:xfrm>
            <a:off x="4835880" y="6443640"/>
            <a:ext cx="25178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448560" y="1015920"/>
            <a:ext cx="11405160" cy="57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rgbClr val="000000"/>
                </a:solidFill>
                <a:uFillTx/>
                <a:latin typeface="Calibri"/>
              </a:rPr>
              <a:t>Front end development of Hanwha Application: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1" lang="en-US" sz="1400" strike="noStrike" u="none">
                <a:solidFill>
                  <a:srgbClr val="000000"/>
                </a:solidFill>
                <a:uFillTx/>
                <a:latin typeface="Arial"/>
              </a:rPr>
              <a:t>Client App: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Worked on enabling the Open Widget in Full Screen functionality.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Implemented Edit and Delete options in the Sidebar Menu Items for the Dashboard and Monitoring.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Applied Loading Spinners as per the Figma design.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Designed and implemented the Notification Popup based on the Figma design and added Paging on Scroll functionality.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Developed the Acknowledge Functionality on the Notification screen.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Resolved the Common Dialog issue by hiding the close icon as per the updated Figma design for specific dialogs.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Tested all Milestone 3 screens and successfully deployed them to the IIS Server.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Started working on Screen Validation based on Roles and Permissions as well as Widget Access.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Applied the span class to all text fields across screens to match the Figma design.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Implemented Light and Dark Themes by adding a class to the &lt;body&gt; element based on the value from ThemeContext.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Added a Welcome Page after login and updated it as per the revised Figma design.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Made changes to the Add Widget Popup and add the widget name in popup as discussed with Parth Bhai.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Added a Save Button in the Dashboard as per the Figma layout.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Microsoft YaHei"/>
              </a:rPr>
              <a:t>Displayed a "No Data Found" page when no license is found in the data grid.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4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45960" cy="11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Roadblocks / issues if any 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71" name="Straight Connector 8"/>
          <p:cNvCxnSpPr/>
          <p:nvPr/>
        </p:nvCxnSpPr>
        <p:spPr>
          <a:xfrm>
            <a:off x="335880" y="6222960"/>
            <a:ext cx="11522160" cy="21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72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Rectangle 7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74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Subtitle 2"/>
          <p:cNvSpPr/>
          <p:nvPr/>
        </p:nvSpPr>
        <p:spPr>
          <a:xfrm>
            <a:off x="4835880" y="6443640"/>
            <a:ext cx="25178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448560" y="1236600"/>
            <a:ext cx="114051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Calibri"/>
              </a:rPr>
              <a:t>Not have any point.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4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6480" cy="11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Improvement Points Identified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79" name="Straight Connector 8"/>
          <p:cNvCxnSpPr/>
          <p:nvPr/>
        </p:nvCxnSpPr>
        <p:spPr>
          <a:xfrm>
            <a:off x="335880" y="6222960"/>
            <a:ext cx="11522160" cy="21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80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Rectangle 7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82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Subtitle 2"/>
          <p:cNvSpPr/>
          <p:nvPr/>
        </p:nvSpPr>
        <p:spPr>
          <a:xfrm>
            <a:off x="4835880" y="6443640"/>
            <a:ext cx="25178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TextBox 5"/>
          <p:cNvSpPr/>
          <p:nvPr/>
        </p:nvSpPr>
        <p:spPr>
          <a:xfrm>
            <a:off x="448560" y="1235880"/>
            <a:ext cx="11405160" cy="9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Calibri"/>
                <a:ea typeface="DejaVu Sans"/>
              </a:rPr>
              <a:t>Need to Improve communication skill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Calibri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b="0" lang="en-US" sz="1400" strike="noStrike" u="none">
                <a:solidFill>
                  <a:srgbClr val="ff0000"/>
                </a:solidFill>
                <a:highlight>
                  <a:srgbClr val="ffff00"/>
                </a:highlight>
                <a:uFillTx/>
                <a:latin typeface="Calibri"/>
                <a:ea typeface="Roboto"/>
              </a:rPr>
              <a:t>Most Imp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Calibri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4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2800" cy="11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Any New Problem Statement Seen / Identified * If any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87" name="Straight Connector 8"/>
          <p:cNvCxnSpPr/>
          <p:nvPr/>
        </p:nvCxnSpPr>
        <p:spPr>
          <a:xfrm>
            <a:off x="335880" y="6222960"/>
            <a:ext cx="11522160" cy="21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88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Rectangle 7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90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Subtitle 2"/>
          <p:cNvSpPr/>
          <p:nvPr/>
        </p:nvSpPr>
        <p:spPr>
          <a:xfrm>
            <a:off x="4835880" y="6443640"/>
            <a:ext cx="25178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TextBox 5"/>
          <p:cNvSpPr/>
          <p:nvPr/>
        </p:nvSpPr>
        <p:spPr>
          <a:xfrm>
            <a:off x="448560" y="1264680"/>
            <a:ext cx="110667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  <a:ea typeface="Roboto"/>
              </a:rPr>
              <a:t>There is no any problem statement identified yet.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4"/>
          <p:cNvSpPr/>
          <p:nvPr/>
        </p:nvSpPr>
        <p:spPr>
          <a:xfrm>
            <a:off x="335880" y="380880"/>
            <a:ext cx="11517840" cy="6328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0830240" cy="11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Rashmi Patel - Achievements/Extra mile of the week * if any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95" name="Straight Connector 8"/>
          <p:cNvCxnSpPr/>
          <p:nvPr/>
        </p:nvCxnSpPr>
        <p:spPr>
          <a:xfrm>
            <a:off x="335880" y="6222960"/>
            <a:ext cx="11522160" cy="21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96" name="TextBox 12"/>
          <p:cNvSpPr/>
          <p:nvPr/>
        </p:nvSpPr>
        <p:spPr>
          <a:xfrm>
            <a:off x="326520" y="6380280"/>
            <a:ext cx="40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Rectangle 7"/>
          <p:cNvSpPr/>
          <p:nvPr/>
        </p:nvSpPr>
        <p:spPr>
          <a:xfrm>
            <a:off x="335880" y="380880"/>
            <a:ext cx="110520" cy="6328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98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40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Subtitle 2"/>
          <p:cNvSpPr/>
          <p:nvPr/>
        </p:nvSpPr>
        <p:spPr>
          <a:xfrm>
            <a:off x="4835880" y="6443640"/>
            <a:ext cx="25178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TextBox 5"/>
          <p:cNvSpPr/>
          <p:nvPr/>
        </p:nvSpPr>
        <p:spPr>
          <a:xfrm>
            <a:off x="448560" y="1198800"/>
            <a:ext cx="96721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There have been no achievements recorded in the last two weeks.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8000" cy="622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9960" cy="177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1440" cy="102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rgbClr val="65bb35"/>
                </a:solidFill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6" strike="noStrike" u="none">
                <a:solidFill>
                  <a:srgbClr val="65bb35"/>
                </a:solidFill>
                <a:uFillTx/>
                <a:latin typeface="Roboto"/>
                <a:ea typeface="Roboto"/>
              </a:rPr>
              <a:t>Your Time &amp; Attention!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1440" cy="6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05" name="Straight Connector 6"/>
          <p:cNvCxnSpPr/>
          <p:nvPr/>
        </p:nvCxnSpPr>
        <p:spPr>
          <a:xfrm>
            <a:off x="524880" y="1622160"/>
            <a:ext cx="4322520" cy="216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206" name="Straight Connector 5"/>
          <p:cNvCxnSpPr/>
          <p:nvPr/>
        </p:nvCxnSpPr>
        <p:spPr>
          <a:xfrm>
            <a:off x="335880" y="6301080"/>
            <a:ext cx="11522160" cy="216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207" name="TextBox 9"/>
          <p:cNvSpPr/>
          <p:nvPr/>
        </p:nvSpPr>
        <p:spPr>
          <a:xfrm>
            <a:off x="147960" y="6384600"/>
            <a:ext cx="385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95000"/>
                  </a:schemeClr>
                </a:solidFill>
                <a:uFillTx/>
                <a:latin typeface="Roboto"/>
                <a:ea typeface="Roboto"/>
              </a:rPr>
              <a:t>© 2023 SPEC INDIA. All Rights Reserved.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8" name="Subtitle 2"/>
          <p:cNvSpPr/>
          <p:nvPr/>
        </p:nvSpPr>
        <p:spPr>
          <a:xfrm>
            <a:off x="457560" y="2609640"/>
            <a:ext cx="233892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Visit us at 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6" strike="noStrike" u="sng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9" name="Subtitle 2"/>
          <p:cNvSpPr/>
          <p:nvPr/>
        </p:nvSpPr>
        <p:spPr>
          <a:xfrm>
            <a:off x="2798640" y="2609640"/>
            <a:ext cx="233892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Write to us at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0" name="Subtitle 2"/>
          <p:cNvSpPr/>
          <p:nvPr/>
        </p:nvSpPr>
        <p:spPr>
          <a:xfrm>
            <a:off x="7244280" y="796680"/>
            <a:ext cx="36979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India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1" name="Subtitle 2"/>
          <p:cNvSpPr/>
          <p:nvPr/>
        </p:nvSpPr>
        <p:spPr>
          <a:xfrm>
            <a:off x="7581240" y="1292040"/>
            <a:ext cx="3697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6" strike="noStrike" u="sng">
                <a:solidFill>
                  <a:schemeClr val="lt1"/>
                </a:solidFill>
                <a:uFillTx/>
                <a:latin typeface="Roboto"/>
                <a:ea typeface="Roboto"/>
                <a:hlinkClick r:id="rId7"/>
              </a:rPr>
              <a:t> 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2" name="Subtitle 2"/>
          <p:cNvSpPr/>
          <p:nvPr/>
        </p:nvSpPr>
        <p:spPr>
          <a:xfrm>
            <a:off x="7581240" y="1687680"/>
            <a:ext cx="3697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+91-79-26404031 to 34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3" name="Subtitle 2"/>
          <p:cNvSpPr/>
          <p:nvPr/>
        </p:nvSpPr>
        <p:spPr>
          <a:xfrm>
            <a:off x="7581240" y="2083320"/>
            <a:ext cx="369792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SPEC House”, Parth Complex,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14" name="Straight Connector 12"/>
          <p:cNvCxnSpPr/>
          <p:nvPr/>
        </p:nvCxnSpPr>
        <p:spPr>
          <a:xfrm>
            <a:off x="7326720" y="1179720"/>
            <a:ext cx="3070440" cy="216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15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Subtitle 2"/>
          <p:cNvSpPr/>
          <p:nvPr/>
        </p:nvSpPr>
        <p:spPr>
          <a:xfrm>
            <a:off x="7244280" y="2842200"/>
            <a:ext cx="36979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USA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9" name="Subtitle 2"/>
          <p:cNvSpPr/>
          <p:nvPr/>
        </p:nvSpPr>
        <p:spPr>
          <a:xfrm>
            <a:off x="7581240" y="3337560"/>
            <a:ext cx="3697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0" name="Subtitle 2"/>
          <p:cNvSpPr/>
          <p:nvPr/>
        </p:nvSpPr>
        <p:spPr>
          <a:xfrm>
            <a:off x="7581240" y="3733200"/>
            <a:ext cx="3697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+ 1 908-450-9862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1" name="Subtitle 2"/>
          <p:cNvSpPr/>
          <p:nvPr/>
        </p:nvSpPr>
        <p:spPr>
          <a:xfrm>
            <a:off x="7581240" y="4128480"/>
            <a:ext cx="3697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22" name="Straight Connector 24"/>
          <p:cNvCxnSpPr/>
          <p:nvPr/>
        </p:nvCxnSpPr>
        <p:spPr>
          <a:xfrm>
            <a:off x="7326720" y="3224880"/>
            <a:ext cx="3070440" cy="216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23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79840" cy="24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09840" cy="21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4280" cy="24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80880" cy="24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49840" cy="21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5600" cy="15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5600" cy="15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5600" cy="15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9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5600" cy="15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0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5600" cy="15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1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6440" cy="2264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42" name="Straight Connector 58"/>
          <p:cNvCxnSpPr/>
          <p:nvPr/>
        </p:nvCxnSpPr>
        <p:spPr>
          <a:xfrm>
            <a:off x="2580120" y="2716200"/>
            <a:ext cx="2160" cy="52200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LibreOffice/24.8.7.2$Windows_X86_64 LibreOffice_project/e07d0a63a46349d29051da79b1fde8160bab2a89</Application>
  <AppVersion>15.0000</AppVersion>
  <Words>1843</Words>
  <Paragraphs>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2025-06-17T12:41:45Z</dcterms:modified>
  <cp:revision>527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76030A7711084D6A9EBC293995FA41FD</vt:lpwstr>
  </property>
  <property fmtid="{D5CDD505-2E9C-101B-9397-08002B2CF9AE}" pid="3" name="KSOProductBuildVer">
    <vt:lpwstr>1033-11.2.0.11440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