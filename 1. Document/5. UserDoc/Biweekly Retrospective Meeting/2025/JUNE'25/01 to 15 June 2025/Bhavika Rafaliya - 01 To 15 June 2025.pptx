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  <p:sldMasterId id="2147483676" r:id="rId13"/>
    <p:sldMasterId id="2147483678" r:id="rId14"/>
    <p:sldMasterId id="2147483680" r:id="rId15"/>
    <p:sldMasterId id="2147483682" r:id="rId16"/>
    <p:sldMasterId id="2147483684" r:id="rId17"/>
    <p:sldMasterId id="2147483686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EA6A81-9793-4A61-B609-21A499BB11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250B5D-54CD-41E1-B83A-AAE0D6D91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9889BE-D9B1-42F4-B18C-794AED860A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103C65-E75F-4AC0-B833-660FD21FE5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69522D-5512-410E-A738-9624A0921D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7E1EC6-A15D-493D-8CB2-70858818D8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37F6A0-9D2B-41CC-B912-45A07A4422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D6D6BA-384B-4C48-AE7E-CA2DB2443B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267619-481D-45D0-9601-60D3071365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A0A465D-5AD1-4078-BE90-0F8AE4627E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D6CF249-2075-4031-AAA3-87EEB1FADE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AD0F5C3-BA2E-4751-BBC9-0836F77DF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C03AB98-433C-40B8-8F48-01D3D1E3FF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D8D3F8A-8EB4-4F88-A543-5E74C5DC08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73D1150-3963-4F8B-A56E-74A0946776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6959903-B8CF-43CD-995A-779FB3B463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D44353B-46C9-4EFE-9C1F-9AED915028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A78BDA0-7B81-4EA6-B107-77D8E6CD90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95D9653-F3F5-480F-930C-7AB97D1E87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C0694210-522C-4F80-B921-32ED6E0E69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C4A3B72-6985-4EC7-A1CD-A857EA179E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231218AB-08DD-4AD2-8BD5-A5A35D0BAD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061F3AFF-CCDD-4BAC-9F3D-4B548EA1F5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B743129-22C0-4777-8E5D-AA4DC5A78306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45FC29B-1661-426E-A116-891C4A4A8591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C2FBAFE-7CBA-4B11-AF25-6FF27E9EFFBD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5627A5-85EC-470E-9F5E-F3B436DEC2C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3F27903-58D5-4E5F-B599-CA08A6A1DAA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E11AC28-B07B-458B-8421-8701EC71C2E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E115964-1F41-425E-8E9E-E8801CE7361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8C39546-30C1-43CD-A613-BF9D57AE0B69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21A8E9C-AEA3-4A58-8E41-F7D04D8E03E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B102A88-F7E3-4297-881D-2D2E027A8244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E60CDF5-89A7-4195-BF23-019A38C27033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241E7A8-AF33-4705-A175-3C4162EFA81E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5BB781-506F-4A4E-8A49-827EB92AA000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52ABEE5-6B12-4C22-86A7-7748E063FCF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FC37204-6C25-4C12-A4D1-0650B1920028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5739823-C75C-4CC3-A20C-59DA341B17D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A205653-9FA3-44D4-AF71-E7B22F64C372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9440" cy="622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1400" cy="177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91400" cy="482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2880" cy="120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1st Jun’25 – 15th Jun’25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89" name="Straight Connector 6"/>
          <p:cNvCxnSpPr/>
          <p:nvPr/>
        </p:nvCxnSpPr>
        <p:spPr>
          <a:xfrm>
            <a:off x="364320" y="2859480"/>
            <a:ext cx="495396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90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71160" cy="101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7320" cy="53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Box 2"/>
          <p:cNvSpPr/>
          <p:nvPr/>
        </p:nvSpPr>
        <p:spPr>
          <a:xfrm>
            <a:off x="3522960" y="2935440"/>
            <a:ext cx="2312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uFillTx/>
                <a:latin typeface="Roboto"/>
                <a:ea typeface="Roboto"/>
              </a:rPr>
              <a:t>Bhavika Rafaliya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92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95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96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9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448920" y="1262880"/>
            <a:ext cx="9157320" cy="29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Jayendra makwana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Hasti Tilva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720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Highlights of the work in two weeks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03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04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448920" y="807480"/>
            <a:ext cx="11406600" cy="54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Hanwha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User Preference screen.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Backup restore UI Design.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Prepared Vehicle Heatmap widget.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pdf for selected widget in Dashboard (On click of Export button)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Unit Testing for all widgets in pdf.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Added Info like Zone, Floor, Createdby, CreatedOn at the top of PDF.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Displayed report details only after a report is selected by the user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Backend &amp; Frontend: Add server side sorting feature “Manage Devices” &amp; “Event Logs” screen.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Fixed the data issue in the Event Logs screen.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Checkbox should not be checked on clicks of action in grid.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Display datetime as per configured timezone.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720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Highlights of the work in two weeks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1" name="Straight Connector 1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12" name="TextBox 1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4" name="Picture 1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ubtitle 1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48920" y="807480"/>
            <a:ext cx="11406600" cy="54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Hanwha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Added static date ranges to the Datepicker.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Resolved report rendering issue. 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Optimized Event Logs API.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Updated parameters for the getChannel API call.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CORS issue for MJPEG stream (issue still pending resolution).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Fixed the issue of multiple API calls from the Device Management screen.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Implemented consistent number formatting across the entire application.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Converting number to format in whole application.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</a:pP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92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Roadblocks / issues if any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19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20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2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5"/>
          <p:cNvSpPr/>
          <p:nvPr/>
        </p:nvSpPr>
        <p:spPr>
          <a:xfrm>
            <a:off x="440640" y="1352520"/>
            <a:ext cx="114066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CORS issue for MJPEG stream.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7920" cy="6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Improvement Points Identified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27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28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0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448560" y="1325160"/>
            <a:ext cx="1140660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7200" cy="6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Any New Problem Statement Seen / Identified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35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36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8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448560" y="1325160"/>
            <a:ext cx="11406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4"/>
          <p:cNvSpPr/>
          <p:nvPr/>
        </p:nvSpPr>
        <p:spPr>
          <a:xfrm>
            <a:off x="335880" y="380880"/>
            <a:ext cx="11519280" cy="63432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392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Achievements/Extra mile of the week * if any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43" name="Straight Connector 8"/>
          <p:cNvCxnSpPr/>
          <p:nvPr/>
        </p:nvCxnSpPr>
        <p:spPr>
          <a:xfrm>
            <a:off x="335880" y="6222960"/>
            <a:ext cx="11520720" cy="72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44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Rectangle 7"/>
          <p:cNvSpPr/>
          <p:nvPr/>
        </p:nvSpPr>
        <p:spPr>
          <a:xfrm>
            <a:off x="335880" y="380880"/>
            <a:ext cx="111960" cy="63432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46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5840" cy="3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Subtitle 2"/>
          <p:cNvSpPr/>
          <p:nvPr/>
        </p:nvSpPr>
        <p:spPr>
          <a:xfrm>
            <a:off x="4835880" y="6443640"/>
            <a:ext cx="251928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448560" y="1225800"/>
            <a:ext cx="11406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9440" cy="622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1400" cy="177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880" cy="103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11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880" cy="69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53" name="Straight Connector 6"/>
          <p:cNvCxnSpPr/>
          <p:nvPr/>
        </p:nvCxnSpPr>
        <p:spPr>
          <a:xfrm>
            <a:off x="524880" y="1622160"/>
            <a:ext cx="4321080" cy="72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54" name="Straight Connector 5"/>
          <p:cNvCxnSpPr/>
          <p:nvPr/>
        </p:nvCxnSpPr>
        <p:spPr>
          <a:xfrm>
            <a:off x="335880" y="6301080"/>
            <a:ext cx="11520720" cy="72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155" name="TextBox 9"/>
          <p:cNvSpPr/>
          <p:nvPr/>
        </p:nvSpPr>
        <p:spPr>
          <a:xfrm>
            <a:off x="135720" y="6384600"/>
            <a:ext cx="3885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Subtitle 2"/>
          <p:cNvSpPr/>
          <p:nvPr/>
        </p:nvSpPr>
        <p:spPr>
          <a:xfrm>
            <a:off x="45756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Subtitle 2"/>
          <p:cNvSpPr/>
          <p:nvPr/>
        </p:nvSpPr>
        <p:spPr>
          <a:xfrm>
            <a:off x="2798640" y="2609640"/>
            <a:ext cx="234036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Subtitle 2"/>
          <p:cNvSpPr/>
          <p:nvPr/>
        </p:nvSpPr>
        <p:spPr>
          <a:xfrm>
            <a:off x="7244280" y="79668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Subtitle 2"/>
          <p:cNvSpPr/>
          <p:nvPr/>
        </p:nvSpPr>
        <p:spPr>
          <a:xfrm>
            <a:off x="7581240" y="129204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Subtitle 2"/>
          <p:cNvSpPr/>
          <p:nvPr/>
        </p:nvSpPr>
        <p:spPr>
          <a:xfrm>
            <a:off x="7581240" y="168768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Subtitle 2"/>
          <p:cNvSpPr/>
          <p:nvPr/>
        </p:nvSpPr>
        <p:spPr>
          <a:xfrm>
            <a:off x="7581240" y="2083320"/>
            <a:ext cx="36993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62" name="Straight Connector 12"/>
          <p:cNvCxnSpPr/>
          <p:nvPr/>
        </p:nvCxnSpPr>
        <p:spPr>
          <a:xfrm>
            <a:off x="7326720" y="117972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63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ubtitle 2"/>
          <p:cNvSpPr/>
          <p:nvPr/>
        </p:nvSpPr>
        <p:spPr>
          <a:xfrm>
            <a:off x="7244280" y="2842200"/>
            <a:ext cx="369936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Subtitle 2"/>
          <p:cNvSpPr/>
          <p:nvPr/>
        </p:nvSpPr>
        <p:spPr>
          <a:xfrm>
            <a:off x="7581240" y="333756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Subtitle 2"/>
          <p:cNvSpPr/>
          <p:nvPr/>
        </p:nvSpPr>
        <p:spPr>
          <a:xfrm>
            <a:off x="7581240" y="3733200"/>
            <a:ext cx="369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Subtitle 2"/>
          <p:cNvSpPr/>
          <p:nvPr/>
        </p:nvSpPr>
        <p:spPr>
          <a:xfrm>
            <a:off x="7581240" y="4128480"/>
            <a:ext cx="3699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70" name="Straight Connector 24"/>
          <p:cNvCxnSpPr/>
          <p:nvPr/>
        </p:nvCxnSpPr>
        <p:spPr>
          <a:xfrm>
            <a:off x="7326720" y="3224880"/>
            <a:ext cx="3069000" cy="72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171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81280" cy="25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11280" cy="2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5720" cy="25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2320" cy="25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51280" cy="2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704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704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704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704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7040" cy="15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0" name="Straight Connector 58"/>
          <p:cNvCxnSpPr/>
          <p:nvPr/>
        </p:nvCxnSpPr>
        <p:spPr>
          <a:xfrm>
            <a:off x="2580120" y="2716200"/>
            <a:ext cx="720" cy="52056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LibreOffice/24.8.6.2$Windows_X86_64 LibreOffice_project/6d98ba145e9a8a39fc57bcc76981d1fb1316c60c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2025-06-16T17:22:19Z</dcterms:modified>
  <cp:revision>1106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