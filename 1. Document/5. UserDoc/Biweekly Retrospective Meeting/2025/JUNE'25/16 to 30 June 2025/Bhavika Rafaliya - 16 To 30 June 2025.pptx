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theme/theme9.xml" ContentType="application/vnd.openxmlformats-officedocument.theme+xml"/>
  <Override PartName="/ppt/slideLayouts/slideLayout22.xml" ContentType="application/vnd.openxmlformats-officedocument.presentationml.slideLayout+xml"/>
  <Override PartName="/ppt/theme/theme10.xml" ContentType="application/vnd.openxmlformats-officedocument.theme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theme/theme12.xml" ContentType="application/vnd.openxmlformats-officedocument.theme+xml"/>
  <Override PartName="/ppt/slideLayouts/slideLayout25.xml" ContentType="application/vnd.openxmlformats-officedocument.presentationml.slideLayout+xml"/>
  <Override PartName="/ppt/theme/theme13.xml" ContentType="application/vnd.openxmlformats-officedocument.theme+xml"/>
  <Override PartName="/ppt/slideLayouts/slideLayout26.xml" ContentType="application/vnd.openxmlformats-officedocument.presentationml.slideLayout+xml"/>
  <Override PartName="/ppt/theme/theme14.xml" ContentType="application/vnd.openxmlformats-officedocument.theme+xml"/>
  <Override PartName="/ppt/slideLayouts/slideLayout27.xml" ContentType="application/vnd.openxmlformats-officedocument.presentationml.slideLayout+xml"/>
  <Override PartName="/ppt/theme/theme15.xml" ContentType="application/vnd.openxmlformats-officedocument.theme+xml"/>
  <Override PartName="/ppt/slideLayouts/slideLayout28.xml" ContentType="application/vnd.openxmlformats-officedocument.presentationml.slideLayout+xml"/>
  <Override PartName="/ppt/theme/theme16.xml" ContentType="application/vnd.openxmlformats-officedocument.theme+xml"/>
  <Override PartName="/ppt/slideLayouts/slideLayout29.xml" ContentType="application/vnd.openxmlformats-officedocument.presentationml.slideLayout+xml"/>
  <Override PartName="/ppt/theme/theme1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  <p:sldMasterId id="2147483664" r:id="rId3"/>
    <p:sldMasterId id="2147483666" r:id="rId4"/>
    <p:sldMasterId id="2147483668" r:id="rId5"/>
    <p:sldMasterId id="2147483670" r:id="rId6"/>
    <p:sldMasterId id="2147483672" r:id="rId7"/>
    <p:sldMasterId id="2147483674" r:id="rId8"/>
    <p:sldMasterId id="2147483676" r:id="rId9"/>
    <p:sldMasterId id="2147483678" r:id="rId10"/>
    <p:sldMasterId id="2147483680" r:id="rId11"/>
    <p:sldMasterId id="2147483682" r:id="rId12"/>
    <p:sldMasterId id="2147483684" r:id="rId13"/>
    <p:sldMasterId id="2147483686" r:id="rId14"/>
    <p:sldMasterId id="2147483688" r:id="rId15"/>
    <p:sldMasterId id="2147483690" r:id="rId16"/>
    <p:sldMasterId id="2147483692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1.xml"/><Relationship Id="rId26" Type="http://schemas.openxmlformats.org/officeDocument/2006/relationships/slide" Target="slides/slide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4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" Target="slides/slide8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3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7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6.xml"/><Relationship Id="rId28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A6157E1C-18D3-4092-8D59-C35C84845F8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7BD1D1D6-A0F8-4150-BE5B-C22C1524372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5F541BB9-8FC2-4EBA-9CDE-55407D5BFB0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B354E906-AAE2-4D6F-A4DE-E896E0392A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CBC14BDE-8D22-4C68-A71C-766799206D4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97CB9504-B4EC-4BAA-A8EE-D783C8C8DE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72803A3-9CA7-4B9E-8120-485D5347BDC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036EF0D-A0D3-4609-82F8-DCD6674C6D5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5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732F4FB2-6DB2-448A-A15A-7937E922262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5BD848D-81DB-464E-BC02-5B08AF91D3A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DFEFF18-DF6E-4A6D-A375-8A9640B6695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7A3865E4-5D3D-46C7-B510-26F750E2F05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E80603FF-2DA0-4752-986E-AE9D30B9B14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1"/>
          </p:nvPr>
        </p:nvSpPr>
        <p:spPr/>
        <p:txBody>
          <a:bodyPr/>
          <a:lstStyle/>
          <a:p>
            <a:fld id="{6EFC6B3A-F5EE-4C19-86F2-D2CC36DCA5D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4"/>
          </p:nvPr>
        </p:nvSpPr>
        <p:spPr/>
        <p:txBody>
          <a:bodyPr/>
          <a:lstStyle/>
          <a:p>
            <a:fld id="{530F368C-F2EF-4A5D-955A-8A86847443DB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lstStyle/>
          <a:p>
            <a:fld id="{6FD71487-2042-4B02-B472-20784406C96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lstStyle/>
          <a:p>
            <a:fld id="{E4E67769-035C-41D1-BAD6-9C991636C50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lstStyle/>
          <a:p>
            <a:fld id="{16B0BF17-41D7-4951-A127-5F2619EB9EC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lstStyle/>
          <a:p>
            <a:fld id="{420EA901-1DA4-47D7-9D90-2926FACFB40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lstStyle/>
          <a:p>
            <a:fld id="{6D723E5F-89E2-4E2E-B128-7681C2D3A7F3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lstStyle/>
          <a:p>
            <a:fld id="{00CFF3E4-DDE5-4F77-B779-4DF4447DCA6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6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5"/>
          </p:nvPr>
        </p:nvSpPr>
        <p:spPr/>
        <p:txBody>
          <a:bodyPr/>
          <a:lstStyle/>
          <a:p>
            <a:fld id="{3681FB2B-8976-453C-8B63-6BA39874C9E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lstStyle/>
          <a:p>
            <a:fld id="{64A706AA-643A-4861-95DC-7C1ED3B502F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1"/>
          </p:nvPr>
        </p:nvSpPr>
        <p:spPr/>
        <p:txBody>
          <a:bodyPr/>
          <a:lstStyle/>
          <a:p>
            <a:fld id="{85D8175F-9262-4962-93A7-DAC224DE14A8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7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lstStyle/>
          <a:p>
            <a:fld id="{CFE167A3-13D9-45D8-AB0C-B115A3A7C55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77"/>
          </p:nvPr>
        </p:nvSpPr>
        <p:spPr/>
        <p:txBody>
          <a:bodyPr/>
          <a:lstStyle/>
          <a:p>
            <a:fld id="{3C5A255F-C00B-49E0-A92E-675ADDCDCA00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7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0"/>
          </p:nvPr>
        </p:nvSpPr>
        <p:spPr/>
        <p:txBody>
          <a:bodyPr/>
          <a:lstStyle/>
          <a:p>
            <a:fld id="{F25DF2F5-C275-4995-B192-D21211A5F21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lstStyle/>
          <a:p>
            <a:fld id="{F010CEDC-54F7-4A40-9121-18EDC8DFB246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lstStyle/>
          <a:p>
            <a:fld id="{3B067AB0-8274-4D8B-9CF8-196B7EBC3EC5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8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2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3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4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6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7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8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4D5A559-9965-47B1-A3E1-B9755EDC229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4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8" name="PlaceHolder 5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446F539-FB9B-43D9-86D1-51056311BF8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4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3C5B43C-C2D9-4C5B-8891-D9989CD5B3F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E3FB6665-01BC-4898-92A2-E6827568B6D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1603897B-5373-4919-AFDF-4A1AA4599C6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F3A2A11B-0E80-4551-823A-7FD3D4B8809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0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68194E18-2F3B-479C-BF93-125B5F5DCCA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3" name="PlaceHolder 2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E73AB3AD-71BD-4790-AD9F-1FD5F4EF0A5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97" name="PlaceHolder 3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8" name="PlaceHolder 4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AF5F42B-848E-496E-83F7-60193A4D258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03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B585C617-9BD3-4BC1-8221-72CE4F9E27C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08" name="PlaceHolder 4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9" name="PlaceHolder 5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98FC987B-07E3-435C-BCF4-094EE0D7B3C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5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E4AF4433-D589-4231-BCA3-5BEE6B13724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F61089A3-5F5F-414D-BE86-CDC45936E4A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3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4CFC599F-B58B-4973-86B5-D112AE4CC5F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6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34415792-DA3D-40C3-A9B0-5D3065B73BB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29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fld id="{822F2F84-9B6A-4EF0-99DA-D2AF3D7E5EC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5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wmf"/><Relationship Id="rId21" Type="http://schemas.openxmlformats.org/officeDocument/2006/relationships/image" Target="../media/image14.png"/><Relationship Id="rId7" Type="http://schemas.openxmlformats.org/officeDocument/2006/relationships/image" Target="../media/image7.w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w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w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9080" cy="622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1040" cy="177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Picture 7"/>
          <p:cNvPicPr/>
          <p:nvPr/>
        </p:nvPicPr>
        <p:blipFill>
          <a:blip r:embed="rId4"/>
          <a:stretch/>
        </p:blipFill>
        <p:spPr>
          <a:xfrm>
            <a:off x="0" y="2031840"/>
            <a:ext cx="12191040" cy="482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313920" y="1536480"/>
            <a:ext cx="5222520" cy="1205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br>
              <a:rPr sz="3000" dirty="0"/>
            </a:br>
            <a:br>
              <a:rPr sz="3000" dirty="0"/>
            </a:br>
            <a:r>
              <a:rPr lang="en-US" sz="3000" b="1" u="none" strike="noStrike" spc="11" dirty="0">
                <a:solidFill>
                  <a:srgbClr val="5983B0"/>
                </a:solidFill>
                <a:effectLst/>
                <a:uFillTx/>
                <a:latin typeface="Roboto"/>
                <a:ea typeface="Roboto"/>
              </a:rPr>
              <a:t>Hanwha Vision</a:t>
            </a:r>
            <a:br>
              <a:rPr sz="3000" dirty="0"/>
            </a:br>
            <a:r>
              <a:rPr lang="en-US" sz="3000" b="1" u="none" strike="noStrike" spc="11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16th Jun’25 – 30th Jun’25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5" name="Straight Connector 6"/>
          <p:cNvCxnSpPr/>
          <p:nvPr/>
        </p:nvCxnSpPr>
        <p:spPr>
          <a:xfrm>
            <a:off x="364320" y="2859480"/>
            <a:ext cx="4954320" cy="10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136" name="Picture 24"/>
          <p:cNvPicPr/>
          <p:nvPr/>
        </p:nvPicPr>
        <p:blipFill>
          <a:blip r:embed="rId5"/>
          <a:stretch/>
        </p:blipFill>
        <p:spPr>
          <a:xfrm>
            <a:off x="9562680" y="377280"/>
            <a:ext cx="2170800" cy="1014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Picture 4">
            <a:hlinkClick r:id="rId6"/>
          </p:cNvPr>
          <p:cNvPicPr/>
          <p:nvPr/>
        </p:nvPicPr>
        <p:blipFill>
          <a:blip r:embed="rId7"/>
          <a:stretch/>
        </p:blipFill>
        <p:spPr>
          <a:xfrm>
            <a:off x="524880" y="611280"/>
            <a:ext cx="1776960" cy="532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Text Box 2"/>
          <p:cNvSpPr/>
          <p:nvPr/>
        </p:nvSpPr>
        <p:spPr>
          <a:xfrm>
            <a:off x="3522960" y="2935440"/>
            <a:ext cx="231228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 spc="11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Bhavika Rafaliya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4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7560" cy="3319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" name="Straight Connector 8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42" name="TextBox 12"/>
          <p:cNvSpPr/>
          <p:nvPr/>
        </p:nvSpPr>
        <p:spPr>
          <a:xfrm>
            <a:off x="326520" y="6380280"/>
            <a:ext cx="40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7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4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Subtitle 2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448920" y="1262880"/>
            <a:ext cx="9156960" cy="294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Bhavika Rafaliya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Parth Jotangiya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Jayendra makwana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Hasti Tilva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Rashmi Patel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Hiten Parmar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 Medium"/>
                <a:ea typeface="Roboto Medium"/>
              </a:rPr>
              <a:t>Adnan Mansuri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4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6840" cy="3319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9" name="Straight Connector 8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50" name="Rectangle 7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Subtitle 2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5"/>
          <p:cNvSpPr/>
          <p:nvPr/>
        </p:nvSpPr>
        <p:spPr>
          <a:xfrm>
            <a:off x="448920" y="807480"/>
            <a:ext cx="11406240" cy="541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Converted number to format (comma after every three digits) in whole application.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Changed in Time configuration (inside settings).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Fixed the issue with PDF export for selected widgets.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Worked on Backup Restore functionality.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boto"/>
                <a:ea typeface="Roboto"/>
              </a:rPr>
              <a:t>Add FTP Setup &amp; SSL Certificate under  Settings &gt;&gt; General menu.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Performed testing on the User Master screen.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Made the changes in Settings &gt; Generals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	1. Upload logo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	2. FTP setup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	3. Upload SSL certificate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907"/>
              </a:spcBef>
              <a:spcAft>
                <a:spcPts val="709"/>
              </a:spcAft>
              <a:buClr>
                <a:srgbClr val="000000"/>
              </a:buClr>
              <a:buFont typeface="Arial"/>
              <a:buChar char="•"/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5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Rectangle 1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346840" cy="3319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Highlights of the work in two weeks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6" name="Straight Connector 1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57" name="TextBox 1"/>
          <p:cNvSpPr/>
          <p:nvPr/>
        </p:nvSpPr>
        <p:spPr>
          <a:xfrm>
            <a:off x="326520" y="6380280"/>
            <a:ext cx="40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ectangle 2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9" name="Picture 1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Subtitle 1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"/>
          <p:cNvSpPr/>
          <p:nvPr/>
        </p:nvSpPr>
        <p:spPr>
          <a:xfrm>
            <a:off x="448920" y="807480"/>
            <a:ext cx="11406240" cy="5414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Hanwha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Implemented local storage updates when the user saves new preferences.  	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Robboto"/>
                <a:ea typeface="Microsoft YaHei"/>
              </a:rPr>
              <a:t>Working on the bug fixes.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50000"/>
              </a:lnSpc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4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7477560" cy="3319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Roadblocks / issues if any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4" name="Straight Connector 8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65" name="TextBox 12"/>
          <p:cNvSpPr/>
          <p:nvPr/>
        </p:nvSpPr>
        <p:spPr>
          <a:xfrm>
            <a:off x="326520" y="6380280"/>
            <a:ext cx="40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ectangle 7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7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Subtitle 2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440640" y="1352520"/>
            <a:ext cx="11406240" cy="333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Font typeface="Wingdings" charset="2"/>
              <a:buChar char="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CORS issue for MJPEG stream.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4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747756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Improvement Points Identified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2" name="Straight Connector 8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73" name="TextBox 12"/>
          <p:cNvSpPr/>
          <p:nvPr/>
        </p:nvSpPr>
        <p:spPr>
          <a:xfrm>
            <a:off x="326520" y="6380280"/>
            <a:ext cx="40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7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5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Subtitle 2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5"/>
          <p:cNvSpPr/>
          <p:nvPr/>
        </p:nvSpPr>
        <p:spPr>
          <a:xfrm>
            <a:off x="448560" y="1325160"/>
            <a:ext cx="1140624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4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7960" y="369360"/>
            <a:ext cx="11346840" cy="6577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Any New Problem Statement Seen / Identified * If any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Straight Connector 8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81" name="TextBox 12"/>
          <p:cNvSpPr/>
          <p:nvPr/>
        </p:nvSpPr>
        <p:spPr>
          <a:xfrm>
            <a:off x="326520" y="6380280"/>
            <a:ext cx="40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7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3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Subtitle 2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3"/>
          <p:cNvSpPr/>
          <p:nvPr/>
        </p:nvSpPr>
        <p:spPr>
          <a:xfrm>
            <a:off x="448560" y="1325160"/>
            <a:ext cx="1140624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4"/>
          <p:cNvSpPr/>
          <p:nvPr/>
        </p:nvSpPr>
        <p:spPr>
          <a:xfrm>
            <a:off x="335880" y="380880"/>
            <a:ext cx="11518920" cy="6339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7960" y="532080"/>
            <a:ext cx="11293560" cy="331920"/>
          </a:xfrm>
          <a:prstGeom prst="rect">
            <a:avLst/>
          </a:prstGeom>
          <a:noFill/>
          <a:ln w="0">
            <a:noFill/>
          </a:ln>
        </p:spPr>
        <p:txBody>
          <a:bodyPr lIns="91440" tIns="0" rIns="91440" bIns="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Roboto"/>
              </a:rPr>
              <a:t>Bhavika Rafaliya -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Achievements/Extra mile of the week * if any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8" name="Straight Connector 8"/>
          <p:cNvCxnSpPr/>
          <p:nvPr/>
        </p:nvCxnSpPr>
        <p:spPr>
          <a:xfrm>
            <a:off x="335880" y="6222960"/>
            <a:ext cx="11521080" cy="10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189" name="TextBox 12"/>
          <p:cNvSpPr/>
          <p:nvPr/>
        </p:nvSpPr>
        <p:spPr>
          <a:xfrm>
            <a:off x="326520" y="6380280"/>
            <a:ext cx="40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7"/>
          <p:cNvSpPr/>
          <p:nvPr/>
        </p:nvSpPr>
        <p:spPr>
          <a:xfrm>
            <a:off x="335880" y="380880"/>
            <a:ext cx="111600" cy="6339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1" name="Picture 16"/>
          <p:cNvPicPr/>
          <p:nvPr/>
        </p:nvPicPr>
        <p:blipFill>
          <a:blip r:embed="rId2"/>
          <a:stretch/>
        </p:blipFill>
        <p:spPr>
          <a:xfrm>
            <a:off x="10849320" y="6380280"/>
            <a:ext cx="1005480" cy="30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Subtitle 2"/>
          <p:cNvSpPr/>
          <p:nvPr/>
        </p:nvSpPr>
        <p:spPr>
          <a:xfrm>
            <a:off x="4835880" y="6443640"/>
            <a:ext cx="251892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0" rIns="90000" bIns="0" anchor="t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3"/>
          <p:cNvSpPr/>
          <p:nvPr/>
        </p:nvSpPr>
        <p:spPr>
          <a:xfrm>
            <a:off x="448560" y="1225800"/>
            <a:ext cx="11406240" cy="36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N/A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"/>
          <p:cNvPicPr/>
          <p:nvPr/>
        </p:nvPicPr>
        <p:blipFill>
          <a:blip r:embed="rId2"/>
          <a:stretch/>
        </p:blipFill>
        <p:spPr>
          <a:xfrm>
            <a:off x="-18360" y="0"/>
            <a:ext cx="6679080" cy="622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Picture 8"/>
          <p:cNvPicPr/>
          <p:nvPr/>
        </p:nvPicPr>
        <p:blipFill>
          <a:blip r:embed="rId3"/>
          <a:stretch/>
        </p:blipFill>
        <p:spPr>
          <a:xfrm>
            <a:off x="0" y="5079960"/>
            <a:ext cx="12191040" cy="177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2520" cy="1030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3000" b="1" u="none" strike="noStrike" spc="11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lang="en-US" sz="3000" b="1" u="none" strike="noStrike" spc="11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2520" cy="696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lstStyle/>
          <a:p>
            <a:pPr indent="0" defTabSz="914400">
              <a:lnSpc>
                <a:spcPct val="130000"/>
              </a:lnSpc>
              <a:buNone/>
              <a:tabLst>
                <a:tab pos="0" algn="l"/>
              </a:tabLst>
            </a:pPr>
            <a:r>
              <a:rPr lang="en-US" sz="1600" b="0" u="none" strike="noStrike" spc="11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8" name="Straight Connector 6"/>
          <p:cNvCxnSpPr/>
          <p:nvPr/>
        </p:nvCxnSpPr>
        <p:spPr>
          <a:xfrm>
            <a:off x="524880" y="1622160"/>
            <a:ext cx="4321440" cy="10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199" name="Straight Connector 5"/>
          <p:cNvCxnSpPr/>
          <p:nvPr/>
        </p:nvCxnSpPr>
        <p:spPr>
          <a:xfrm>
            <a:off x="335880" y="6301080"/>
            <a:ext cx="11521080" cy="108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00" name="TextBox 9"/>
          <p:cNvSpPr/>
          <p:nvPr/>
        </p:nvSpPr>
        <p:spPr>
          <a:xfrm>
            <a:off x="135720" y="6384600"/>
            <a:ext cx="388548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0" u="none" strike="noStrike" spc="11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ubtitle 2"/>
          <p:cNvSpPr/>
          <p:nvPr/>
        </p:nvSpPr>
        <p:spPr>
          <a:xfrm>
            <a:off x="457560" y="2609640"/>
            <a:ext cx="234000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11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www.spec-india.com</a:t>
            </a:r>
            <a:r>
              <a:rPr lang="en-US" sz="1400" b="0" u="sng" strike="noStrike" spc="11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ubtitle 2"/>
          <p:cNvSpPr/>
          <p:nvPr/>
        </p:nvSpPr>
        <p:spPr>
          <a:xfrm>
            <a:off x="2798640" y="2609640"/>
            <a:ext cx="234000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numCol="1" spcCol="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1" u="none" strike="noStrike" spc="11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ubtitle 2"/>
          <p:cNvSpPr/>
          <p:nvPr/>
        </p:nvSpPr>
        <p:spPr>
          <a:xfrm>
            <a:off x="7244280" y="796680"/>
            <a:ext cx="369900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11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ubtitle 2"/>
          <p:cNvSpPr/>
          <p:nvPr/>
        </p:nvSpPr>
        <p:spPr>
          <a:xfrm>
            <a:off x="7581240" y="1292040"/>
            <a:ext cx="36990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r>
              <a:rPr lang="en-US" sz="1400" b="0" u="sng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5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ubtitle 2"/>
          <p:cNvSpPr/>
          <p:nvPr/>
        </p:nvSpPr>
        <p:spPr>
          <a:xfrm>
            <a:off x="7581240" y="1687680"/>
            <a:ext cx="36990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ubtitle 2"/>
          <p:cNvSpPr/>
          <p:nvPr/>
        </p:nvSpPr>
        <p:spPr>
          <a:xfrm>
            <a:off x="7581240" y="2083320"/>
            <a:ext cx="3699000" cy="94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Straight Connector 12"/>
          <p:cNvCxnSpPr/>
          <p:nvPr/>
        </p:nvCxnSpPr>
        <p:spPr>
          <a:xfrm>
            <a:off x="7326720" y="1179720"/>
            <a:ext cx="3069360" cy="10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08" name="Picture 16"/>
          <p:cNvPicPr/>
          <p:nvPr/>
        </p:nvPicPr>
        <p:blipFill>
          <a:blip r:embed="rId6"/>
          <a:stretch/>
        </p:blipFill>
        <p:spPr>
          <a:xfrm>
            <a:off x="7326720" y="13316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17"/>
          <p:cNvPicPr/>
          <p:nvPr/>
        </p:nvPicPr>
        <p:blipFill>
          <a:blip r:embed="rId7"/>
          <a:stretch/>
        </p:blipFill>
        <p:spPr>
          <a:xfrm>
            <a:off x="7326720" y="172728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18"/>
          <p:cNvPicPr/>
          <p:nvPr/>
        </p:nvPicPr>
        <p:blipFill>
          <a:blip r:embed="rId8"/>
          <a:stretch/>
        </p:blipFill>
        <p:spPr>
          <a:xfrm>
            <a:off x="7328520" y="212292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Subtitle 2"/>
          <p:cNvSpPr/>
          <p:nvPr/>
        </p:nvSpPr>
        <p:spPr>
          <a:xfrm>
            <a:off x="7244280" y="2842200"/>
            <a:ext cx="3699000" cy="40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1" u="none" strike="noStrike" spc="11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ubtitle 2"/>
          <p:cNvSpPr/>
          <p:nvPr/>
        </p:nvSpPr>
        <p:spPr>
          <a:xfrm>
            <a:off x="7581240" y="3337560"/>
            <a:ext cx="36990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sng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9"/>
              </a:rPr>
              <a:t>lead@spec-usa.net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ubtitle 2"/>
          <p:cNvSpPr/>
          <p:nvPr/>
        </p:nvSpPr>
        <p:spPr>
          <a:xfrm>
            <a:off x="7581240" y="3733200"/>
            <a:ext cx="3699000" cy="303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ubtitle 2"/>
          <p:cNvSpPr/>
          <p:nvPr/>
        </p:nvSpPr>
        <p:spPr>
          <a:xfrm>
            <a:off x="7581240" y="4128480"/>
            <a:ext cx="36990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11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5" name="Straight Connector 24"/>
          <p:cNvCxnSpPr/>
          <p:nvPr/>
        </p:nvCxnSpPr>
        <p:spPr>
          <a:xfrm>
            <a:off x="7326720" y="3224880"/>
            <a:ext cx="3069360" cy="10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16" name="Picture 25"/>
          <p:cNvPicPr/>
          <p:nvPr/>
        </p:nvPicPr>
        <p:blipFill>
          <a:blip r:embed="rId6"/>
          <a:stretch/>
        </p:blipFill>
        <p:spPr>
          <a:xfrm>
            <a:off x="7326720" y="337716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26"/>
          <p:cNvPicPr/>
          <p:nvPr/>
        </p:nvPicPr>
        <p:blipFill>
          <a:blip r:embed="rId7"/>
          <a:stretch/>
        </p:blipFill>
        <p:spPr>
          <a:xfrm>
            <a:off x="7326720" y="37724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Picture 27"/>
          <p:cNvPicPr/>
          <p:nvPr/>
        </p:nvPicPr>
        <p:blipFill>
          <a:blip r:embed="rId8"/>
          <a:stretch/>
        </p:blipFill>
        <p:spPr>
          <a:xfrm>
            <a:off x="7328520" y="416808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Picture 39" descr="Logo&#10;&#10;Description automatically generated">
            <a:hlinkClick r:id="rId10"/>
          </p:cNvPr>
          <p:cNvPicPr/>
          <p:nvPr/>
        </p:nvPicPr>
        <p:blipFill>
          <a:blip r:embed="rId11"/>
          <a:stretch/>
        </p:blipFill>
        <p:spPr>
          <a:xfrm>
            <a:off x="2600280" y="5526000"/>
            <a:ext cx="880920" cy="25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Picture 41" descr="A picture containing text, clipart&#10;&#10;Description automatically generated">
            <a:hlinkClick r:id="rId12"/>
          </p:cNvPr>
          <p:cNvPicPr/>
          <p:nvPr/>
        </p:nvPicPr>
        <p:blipFill>
          <a:blip r:embed="rId13"/>
          <a:stretch/>
        </p:blipFill>
        <p:spPr>
          <a:xfrm>
            <a:off x="3831120" y="5544000"/>
            <a:ext cx="1510920" cy="21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Picture 43" descr="A picture containing text, clipart&#10;&#10;Description automatically generated">
            <a:hlinkClick r:id="rId14"/>
          </p:cNvPr>
          <p:cNvPicPr/>
          <p:nvPr/>
        </p:nvPicPr>
        <p:blipFill>
          <a:blip r:embed="rId15"/>
          <a:stretch/>
        </p:blipFill>
        <p:spPr>
          <a:xfrm>
            <a:off x="5692320" y="5526000"/>
            <a:ext cx="765360" cy="25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Picture 45" descr="A picture containing text, clipart&#10;&#10;Description automatically generated">
            <a:hlinkClick r:id="rId16"/>
          </p:cNvPr>
          <p:cNvPicPr/>
          <p:nvPr/>
        </p:nvPicPr>
        <p:blipFill>
          <a:blip r:embed="rId17"/>
          <a:stretch/>
        </p:blipFill>
        <p:spPr>
          <a:xfrm>
            <a:off x="6807960" y="5526000"/>
            <a:ext cx="1281960" cy="25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Picture 47" descr="A picture containing text, transport, clipart, wheel&#10;&#10;Description automatically generated">
            <a:hlinkClick r:id="rId18"/>
          </p:cNvPr>
          <p:cNvPicPr/>
          <p:nvPr/>
        </p:nvPicPr>
        <p:blipFill>
          <a:blip r:embed="rId19"/>
          <a:stretch/>
        </p:blipFill>
        <p:spPr>
          <a:xfrm>
            <a:off x="8439840" y="5544000"/>
            <a:ext cx="1150920" cy="214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Picture 13" descr="Shape&#10;&#10;Description automatically generated">
            <a:hlinkClick r:id="rId20"/>
          </p:cNvPr>
          <p:cNvPicPr/>
          <p:nvPr/>
        </p:nvPicPr>
        <p:blipFill>
          <a:blip r:embed="rId21"/>
          <a:stretch/>
        </p:blipFill>
        <p:spPr>
          <a:xfrm>
            <a:off x="11627280" y="64292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Picture 29" descr="A picture containing clipart&#10;&#10;Description automatically generated">
            <a:hlinkClick r:id="rId22"/>
          </p:cNvPr>
          <p:cNvPicPr/>
          <p:nvPr/>
        </p:nvPicPr>
        <p:blipFill>
          <a:blip r:embed="rId23"/>
          <a:stretch/>
        </p:blipFill>
        <p:spPr>
          <a:xfrm>
            <a:off x="11257560" y="64292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Picture 31" descr="A picture containing text, clipart&#10;&#10;Description automatically generated">
            <a:hlinkClick r:id="rId24"/>
          </p:cNvPr>
          <p:cNvPicPr/>
          <p:nvPr/>
        </p:nvPicPr>
        <p:blipFill>
          <a:blip r:embed="rId25"/>
          <a:stretch/>
        </p:blipFill>
        <p:spPr>
          <a:xfrm>
            <a:off x="9777600" y="64292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35" descr="A picture containing text, clipart&#10;&#10;Description automatically generated">
            <a:hlinkClick r:id="rId26"/>
          </p:cNvPr>
          <p:cNvPicPr/>
          <p:nvPr/>
        </p:nvPicPr>
        <p:blipFill>
          <a:blip r:embed="rId27"/>
          <a:stretch/>
        </p:blipFill>
        <p:spPr>
          <a:xfrm>
            <a:off x="10147320" y="64292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Picture 37" descr="A picture containing clipart&#10;&#10;Description automatically generated">
            <a:hlinkClick r:id="rId28"/>
          </p:cNvPr>
          <p:cNvPicPr/>
          <p:nvPr/>
        </p:nvPicPr>
        <p:blipFill>
          <a:blip r:embed="rId29"/>
          <a:stretch/>
        </p:blipFill>
        <p:spPr>
          <a:xfrm>
            <a:off x="10517400" y="642924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Picture 40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6960240" y="5863680"/>
            <a:ext cx="97668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Picture 44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8526960" y="5851440"/>
            <a:ext cx="97668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Picture 46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5586480" y="5851440"/>
            <a:ext cx="97668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Picture 49" descr="A picture containing text, clipart&#10;&#10;Description automatically generated"/>
          <p:cNvPicPr/>
          <p:nvPr/>
        </p:nvPicPr>
        <p:blipFill>
          <a:blip r:embed="rId30"/>
          <a:stretch/>
        </p:blipFill>
        <p:spPr>
          <a:xfrm>
            <a:off x="4098240" y="5863680"/>
            <a:ext cx="97668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3" name="Picture 50" descr="A picture containing text, clipart&#10;&#10;Description automatically generated"/>
          <p:cNvPicPr/>
          <p:nvPr/>
        </p:nvPicPr>
        <p:blipFill>
          <a:blip r:embed="rId31"/>
          <a:stretch/>
        </p:blipFill>
        <p:spPr>
          <a:xfrm>
            <a:off x="2580480" y="5858280"/>
            <a:ext cx="976680" cy="15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4" name="Picture 52" descr="A picture containing text, clipart&#10;&#10;Description automatically generated">
            <a:hlinkClick r:id="rId32"/>
          </p:cNvPr>
          <p:cNvPicPr/>
          <p:nvPr/>
        </p:nvPicPr>
        <p:blipFill>
          <a:blip r:embed="rId33"/>
          <a:stretch/>
        </p:blipFill>
        <p:spPr>
          <a:xfrm>
            <a:off x="10887480" y="6428520"/>
            <a:ext cx="227520" cy="2275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5" name="Straight Connector 58"/>
          <p:cNvCxnSpPr/>
          <p:nvPr/>
        </p:nvCxnSpPr>
        <p:spPr>
          <a:xfrm>
            <a:off x="2580120" y="2716200"/>
            <a:ext cx="1080" cy="52092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350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17</vt:i4>
      </vt:variant>
      <vt:variant>
        <vt:lpstr>Slide Titles</vt:lpstr>
      </vt:variant>
      <vt:variant>
        <vt:i4>9</vt:i4>
      </vt:variant>
    </vt:vector>
  </HeadingPairs>
  <TitlesOfParts>
    <vt:vector size="35" baseType="lpstr">
      <vt:lpstr>Arial</vt:lpstr>
      <vt:lpstr>Calibri</vt:lpstr>
      <vt:lpstr>Calibri Light</vt:lpstr>
      <vt:lpstr>Robboto</vt:lpstr>
      <vt:lpstr>Roboto</vt:lpstr>
      <vt:lpstr>Roboto Medium</vt:lpstr>
      <vt:lpstr>Symbol</vt:lpstr>
      <vt:lpstr>Times New Roman</vt:lpstr>
      <vt:lpstr>Wingdings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Office Theme 2013 - 2022</vt:lpstr>
      <vt:lpstr>  Hanwha Vision 16th Jun’25 – 30th Jun’25</vt:lpstr>
      <vt:lpstr>Meeting Participants</vt:lpstr>
      <vt:lpstr>Bhavika Rafaliya - Highlights of the work in two weeks</vt:lpstr>
      <vt:lpstr>Bhavika Rafaliya - Highlights of the work in two weeks</vt:lpstr>
      <vt:lpstr>Bhavika Rafaliya - Roadblocks / issues if any </vt:lpstr>
      <vt:lpstr>Bhavika Rafaliya - Improvement Points Identified</vt:lpstr>
      <vt:lpstr>Bhavika Rafaliya - Any New Problem Statement Seen / Identified * If any</vt:lpstr>
      <vt:lpstr>Bhavika Rafaliya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subject/>
  <dc:creator>Amar Chuhan</dc:creator>
  <dc:description/>
  <cp:lastModifiedBy>Parth Jotangiya</cp:lastModifiedBy>
  <cp:revision>1126</cp:revision>
  <dcterms:created xsi:type="dcterms:W3CDTF">2023-01-02T08:33:00Z</dcterms:created>
  <dcterms:modified xsi:type="dcterms:W3CDTF">2025-07-03T08:56:06Z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9A7B2CF197124D94BFFD227BF1DE50AA_12</vt:lpwstr>
  </property>
  <property fmtid="{D5CDD505-2E9C-101B-9397-08002B2CF9AE}" pid="3" name="KSOProductBuildVer">
    <vt:lpwstr>1033-12.2.0.20795</vt:lpwstr>
  </property>
  <property fmtid="{D5CDD505-2E9C-101B-9397-08002B2CF9AE}" pid="4" name="Notes">
    <vt:i4>4</vt:i4>
  </property>
  <property fmtid="{D5CDD505-2E9C-101B-9397-08002B2CF9AE}" pid="5" name="PresentationFormat">
    <vt:lpwstr>Widescreen</vt:lpwstr>
  </property>
  <property fmtid="{D5CDD505-2E9C-101B-9397-08002B2CF9AE}" pid="6" name="Slides">
    <vt:i4>8</vt:i4>
  </property>
</Properties>
</file>