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slideLayouts/slideLayout16.xml" ContentType="application/vnd.openxmlformats-officedocument.presentationml.slideLayout+xml"/>
  <Override PartName="/ppt/theme/theme10.xml" ContentType="application/vnd.openxmlformats-officedocument.theme+xml"/>
  <Override PartName="/ppt/slideLayouts/slideLayout17.xml" ContentType="application/vnd.openxmlformats-officedocument.presentationml.slideLayout+xml"/>
  <Override PartName="/ppt/theme/theme11.xml" ContentType="application/vnd.openxmlformats-officedocument.theme+xml"/>
  <Override PartName="/ppt/slideLayouts/slideLayout18.xml" ContentType="application/vnd.openxmlformats-officedocument.presentationml.slideLayout+xml"/>
  <Override PartName="/ppt/theme/theme12.xml" ContentType="application/vnd.openxmlformats-officedocument.theme+xml"/>
  <Override PartName="/ppt/slideLayouts/slideLayout19.xml" ContentType="application/vnd.openxmlformats-officedocument.presentationml.slideLayout+xml"/>
  <Override PartName="/ppt/theme/theme13.xml" ContentType="application/vnd.openxmlformats-officedocument.theme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theme/theme15.xml" ContentType="application/vnd.openxmlformats-officedocument.theme+xml"/>
  <Override PartName="/ppt/slideLayouts/slideLayout22.xml" ContentType="application/vnd.openxmlformats-officedocument.presentationml.slideLayout+xml"/>
  <Override PartName="/ppt/theme/theme16.xml" ContentType="application/vnd.openxmlformats-officedocument.theme+xml"/>
  <Override PartName="/ppt/slideLayouts/slideLayout23.xml" ContentType="application/vnd.openxmlformats-officedocument.presentationml.slideLayout+xml"/>
  <Override PartName="/ppt/theme/theme17.xml" ContentType="application/vnd.openxmlformats-officedocument.theme+xml"/>
  <Override PartName="/ppt/slideLayouts/slideLayout24.xml" ContentType="application/vnd.openxmlformats-officedocument.presentationml.slideLayout+xml"/>
  <Override PartName="/ppt/theme/theme18.xml" ContentType="application/vnd.openxmlformats-officedocument.theme+xml"/>
  <Override PartName="/ppt/slideLayouts/slideLayout25.xml" ContentType="application/vnd.openxmlformats-officedocument.presentationml.slideLayout+xml"/>
  <Override PartName="/ppt/theme/theme19.xml" ContentType="application/vnd.openxmlformats-officedocument.theme+xml"/>
  <Override PartName="/ppt/slideLayouts/slideLayout26.xml" ContentType="application/vnd.openxmlformats-officedocument.presentationml.slideLayout+xml"/>
  <Override PartName="/ppt/theme/theme20.xml" ContentType="application/vnd.openxmlformats-officedocument.theme+xml"/>
  <Override PartName="/ppt/slideLayouts/slideLayout27.xml" ContentType="application/vnd.openxmlformats-officedocument.presentationml.slideLayout+xml"/>
  <Override PartName="/ppt/theme/theme21.xml" ContentType="application/vnd.openxmlformats-officedocument.theme+xml"/>
  <Override PartName="/ppt/slideLayouts/slideLayout28.xml" ContentType="application/vnd.openxmlformats-officedocument.presentationml.slideLayout+xml"/>
  <Override PartName="/ppt/theme/theme22.xml" ContentType="application/vnd.openxmlformats-officedocument.theme+xml"/>
  <Override PartName="/ppt/slideLayouts/slideLayout29.xml" ContentType="application/vnd.openxmlformats-officedocument.presentationml.slideLayout+xml"/>
  <Override PartName="/ppt/theme/theme23.xml" ContentType="application/vnd.openxmlformats-officedocument.theme+xml"/>
  <Override PartName="/ppt/slideLayouts/slideLayout30.xml" ContentType="application/vnd.openxmlformats-officedocument.presentationml.slideLayout+xml"/>
  <Override PartName="/ppt/theme/theme24.xml" ContentType="application/vnd.openxmlformats-officedocument.theme+xml"/>
  <Override PartName="/ppt/slideLayouts/slideLayout31.xml" ContentType="application/vnd.openxmlformats-officedocument.presentationml.slideLayout+xml"/>
  <Override PartName="/ppt/theme/theme25.xml" ContentType="application/vnd.openxmlformats-officedocument.theme+xml"/>
  <Override PartName="/ppt/slideLayouts/slideLayout32.xml" ContentType="application/vnd.openxmlformats-officedocument.presentationml.slideLayout+xml"/>
  <Override PartName="/ppt/theme/theme26.xml" ContentType="application/vnd.openxmlformats-officedocument.theme+xml"/>
  <Override PartName="/ppt/slideLayouts/slideLayout33.xml" ContentType="application/vnd.openxmlformats-officedocument.presentationml.slideLayout+xml"/>
  <Override PartName="/ppt/theme/theme27.xml" ContentType="application/vnd.openxmlformats-officedocument.theme+xml"/>
  <Override PartName="/ppt/slideLayouts/slideLayout34.xml" ContentType="application/vnd.openxmlformats-officedocument.presentationml.slideLayout+xml"/>
  <Override PartName="/ppt/theme/theme28.xml" ContentType="application/vnd.openxmlformats-officedocument.theme+xml"/>
  <Override PartName="/ppt/slideLayouts/slideLayout35.xml" ContentType="application/vnd.openxmlformats-officedocument.presentationml.slideLayout+xml"/>
  <Override PartName="/ppt/theme/theme29.xml" ContentType="application/vnd.openxmlformats-officedocument.theme+xml"/>
  <Override PartName="/ppt/slideLayouts/slideLayout36.xml" ContentType="application/vnd.openxmlformats-officedocument.presentationml.slideLayout+xml"/>
  <Override PartName="/ppt/theme/theme30.xml" ContentType="application/vnd.openxmlformats-officedocument.theme+xml"/>
  <Override PartName="/ppt/slideLayouts/slideLayout37.xml" ContentType="application/vnd.openxmlformats-officedocument.presentationml.slideLayout+xml"/>
  <Override PartName="/ppt/theme/theme31.xml" ContentType="application/vnd.openxmlformats-officedocument.theme+xml"/>
  <Override PartName="/ppt/slideLayouts/slideLayout38.xml" ContentType="application/vnd.openxmlformats-officedocument.presentationml.slideLayout+xml"/>
  <Override PartName="/ppt/theme/theme32.xml" ContentType="application/vnd.openxmlformats-officedocument.theme+xml"/>
  <Override PartName="/ppt/slideLayouts/slideLayout39.xml" ContentType="application/vnd.openxmlformats-officedocument.presentationml.slideLayout+xml"/>
  <Override PartName="/ppt/theme/theme33.xml" ContentType="application/vnd.openxmlformats-officedocument.theme+xml"/>
  <Override PartName="/ppt/slideLayouts/slideLayout40.xml" ContentType="application/vnd.openxmlformats-officedocument.presentationml.slideLayout+xml"/>
  <Override PartName="/ppt/theme/theme34.xml" ContentType="application/vnd.openxmlformats-officedocument.theme+xml"/>
  <Override PartName="/ppt/slideLayouts/slideLayout41.xml" ContentType="application/vnd.openxmlformats-officedocument.presentationml.slideLayout+xml"/>
  <Override PartName="/ppt/theme/theme3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60" r:id="rId4"/>
    <p:sldMasterId id="2147483662" r:id="rId5"/>
    <p:sldMasterId id="2147483664" r:id="rId6"/>
    <p:sldMasterId id="2147483666" r:id="rId7"/>
    <p:sldMasterId id="2147483668" r:id="rId8"/>
    <p:sldMasterId id="2147483670" r:id="rId9"/>
    <p:sldMasterId id="2147483672" r:id="rId10"/>
    <p:sldMasterId id="2147483674" r:id="rId11"/>
    <p:sldMasterId id="2147483676" r:id="rId12"/>
    <p:sldMasterId id="2147483678" r:id="rId13"/>
    <p:sldMasterId id="2147483680" r:id="rId14"/>
    <p:sldMasterId id="2147483682" r:id="rId15"/>
    <p:sldMasterId id="2147483684" r:id="rId16"/>
    <p:sldMasterId id="2147483686" r:id="rId17"/>
    <p:sldMasterId id="2147483688" r:id="rId18"/>
    <p:sldMasterId id="2147483690" r:id="rId19"/>
    <p:sldMasterId id="2147483692" r:id="rId20"/>
    <p:sldMasterId id="2147483694" r:id="rId21"/>
    <p:sldMasterId id="2147483696" r:id="rId22"/>
    <p:sldMasterId id="2147483698" r:id="rId23"/>
    <p:sldMasterId id="2147483700" r:id="rId24"/>
    <p:sldMasterId id="2147483702" r:id="rId25"/>
    <p:sldMasterId id="2147483704" r:id="rId26"/>
    <p:sldMasterId id="2147483706" r:id="rId27"/>
    <p:sldMasterId id="2147483708" r:id="rId28"/>
    <p:sldMasterId id="2147483710" r:id="rId29"/>
    <p:sldMasterId id="2147483712" r:id="rId30"/>
    <p:sldMasterId id="2147483714" r:id="rId31"/>
    <p:sldMasterId id="2147483716" r:id="rId32"/>
    <p:sldMasterId id="2147483718" r:id="rId33"/>
    <p:sldMasterId id="2147483720" r:id="rId34"/>
    <p:sldMasterId id="2147483722" r:id="rId35"/>
  </p:sldMasterIdLst>
  <p:sldIdLst>
    <p:sldId id="256" r:id="rId36"/>
    <p:sldId id="257" r:id="rId37"/>
    <p:sldId id="258" r:id="rId38"/>
    <p:sldId id="259" r:id="rId39"/>
    <p:sldId id="260" r:id="rId40"/>
    <p:sldId id="261" r:id="rId41"/>
    <p:sldId id="262" r:id="rId42"/>
    <p:sldId id="263" r:id="rId43"/>
    <p:sldId id="264" r:id="rId44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4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" Target="slides/slide7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2.xml"/><Relationship Id="rId40" Type="http://schemas.openxmlformats.org/officeDocument/2006/relationships/slide" Target="slides/slide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" Target="slides/slide8.xml"/><Relationship Id="rId48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" Target="slides/slide3.xml"/><Relationship Id="rId46" Type="http://schemas.openxmlformats.org/officeDocument/2006/relationships/viewProps" Target="view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4861DBC-F2F7-47C4-B053-9BCC42F9A7A2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5C3C0C6-635A-4345-BD61-2A1D8C5F6A9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6018163-D9FC-4D4B-8323-732B9F649EE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623FF92-BD1C-4044-9EE8-694F2764337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CBED553-D2E8-444B-A66D-B7498FE7AC1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3FBC155-3903-4F2F-BC6C-465D41C6642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5297429-7B89-4C38-A951-4FAD94591A3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1F2B270-8245-4885-8451-0802F683487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A8FDEE3E-A2FE-4957-8C74-26322FCA10F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A02CC94-B77E-48FE-B354-B98F122EFD5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498F8DB6-CA4F-496C-A4C4-2FE8E245E86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CA9F07E7-389A-41E5-9F9F-DCFC41A46E1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B1659398-7447-43DD-9532-98BFC85A79C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0CE922DB-81F3-462B-AB46-198D7B535D4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F3287CD-D1DF-4C2C-AA5B-A7C99E88070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394DB693-1CE0-4D3F-AC03-95C695A4A62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B0A34CD1-5F44-407B-A823-7F2F65D9B74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113EDBEE-802C-4A6E-80DB-0297FE1E449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96B20A1C-79DF-4070-8DE3-4A3D1CFC6F9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61E4B271-8DF8-4FF4-90A5-5AF0C7B78CC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1F8B212D-6967-4AEE-A1CF-89F344CE09E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lstStyle/>
          <a:p>
            <a:fld id="{1DB4042D-A566-41D9-AE06-199884464B5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lstStyle/>
          <a:p>
            <a:fld id="{A52438C1-2F10-4D32-B91E-FABE279CB4B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2319C6CA-60C7-44E6-9181-92ED60C9C74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8B3A1B12-94D4-476E-8277-41B175CFA46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lstStyle/>
          <a:p>
            <a:fld id="{77890960-BF06-46B5-B68B-9D66F84ABFD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lstStyle/>
          <a:p>
            <a:fld id="{1A1023AA-FEE5-4A91-86C7-3F560658A25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5"/>
          </p:nvPr>
        </p:nvSpPr>
        <p:spPr/>
        <p:txBody>
          <a:bodyPr/>
          <a:lstStyle/>
          <a:p>
            <a:fld id="{D4611407-ADF4-4502-8F6A-923854E3473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8"/>
          </p:nvPr>
        </p:nvSpPr>
        <p:spPr/>
        <p:txBody>
          <a:bodyPr/>
          <a:lstStyle/>
          <a:p>
            <a:fld id="{0AA48927-9F39-43F0-A3B3-F1F3CF08259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lstStyle/>
          <a:p>
            <a:fld id="{1BD0BB71-B373-4D9A-8C3C-9212DAE28A2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lstStyle/>
          <a:p>
            <a:fld id="{7638480E-7FF9-427D-8832-DDE6CDB964D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7"/>
          </p:nvPr>
        </p:nvSpPr>
        <p:spPr/>
        <p:txBody>
          <a:bodyPr/>
          <a:lstStyle/>
          <a:p>
            <a:fld id="{5D339BB1-B972-4555-A7C2-BD0E7AFA46F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0"/>
          </p:nvPr>
        </p:nvSpPr>
        <p:spPr/>
        <p:txBody>
          <a:bodyPr/>
          <a:lstStyle/>
          <a:p>
            <a:fld id="{042CBC6E-33FE-4139-AB98-8D7256A5B8A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3"/>
          </p:nvPr>
        </p:nvSpPr>
        <p:spPr/>
        <p:txBody>
          <a:bodyPr/>
          <a:lstStyle/>
          <a:p>
            <a:fld id="{12EEE605-4E8D-42D6-8E65-7ADE33C3221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8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lstStyle/>
          <a:p>
            <a:fld id="{D794B078-8A56-4E46-B73A-235A69C97AD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9"/>
          </p:nvPr>
        </p:nvSpPr>
        <p:spPr/>
        <p:txBody>
          <a:bodyPr/>
          <a:lstStyle/>
          <a:p>
            <a:fld id="{C5A7FE9A-E32D-45E7-882B-860FB7C02F3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lstStyle/>
          <a:p>
            <a:fld id="{1D618A55-E72D-4061-9F73-C4DA6B0C3D2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5"/>
          </p:nvPr>
        </p:nvSpPr>
        <p:spPr/>
        <p:txBody>
          <a:bodyPr/>
          <a:lstStyle/>
          <a:p>
            <a:fld id="{6B915842-F163-4A36-BE17-C20AC9E5B16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8"/>
          </p:nvPr>
        </p:nvSpPr>
        <p:spPr/>
        <p:txBody>
          <a:bodyPr/>
          <a:lstStyle/>
          <a:p>
            <a:fld id="{82DDDA49-A82F-425A-85E2-1DC07212E80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1"/>
          </p:nvPr>
        </p:nvSpPr>
        <p:spPr/>
        <p:txBody>
          <a:bodyPr/>
          <a:lstStyle/>
          <a:p>
            <a:fld id="{CA7E7DF3-850C-44E9-9B20-7013DCD2B20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4"/>
          </p:nvPr>
        </p:nvSpPr>
        <p:spPr/>
        <p:txBody>
          <a:bodyPr/>
          <a:lstStyle/>
          <a:p>
            <a:fld id="{4C304497-4ED8-4520-8A88-2E54A162007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5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8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9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0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1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2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3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4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5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6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7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8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9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0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31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32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33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34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5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6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7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8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9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40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076C3277-AE91-4321-904E-FA7C8564E959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2D2AF545-CC35-4DC4-B506-25B82B30937B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4E8CCA1B-5963-4F0E-86CA-C4931DBC8B68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122E83F5-FED2-4145-BA48-BD8FCE5F2902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48F51BED-AD98-46EC-B1E4-994EE6A32404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78AA9F1E-2CD6-4BA6-8B10-CC0E0BB028F2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C6ACFB1-4609-41AC-A7B7-82F99F1B991F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86E5FC13-B154-42DE-AF62-5AD22BB68753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18B49B44-01F1-4E13-A9AC-9E91B8ECDACB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5915DFC5-41EF-49F1-97FE-2ABA24B5CAFA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98E56CB5-4681-43F9-8C3D-80F4CD5E9B74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54FE0594-82F8-43AB-B98B-ABCE1712674D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14F3720-FADB-4313-8813-7934D3545F45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7EE8CFF9-0940-4EC6-B9D2-27B59EED0952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233A4AA-BA84-4683-8A43-28F20C633111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8" name="PlaceHolder 4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015DA4F-F2BA-40C2-B6E4-12DEC592E9C9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E13ADBB-FE75-49BE-83F0-7C98DCDE3CB1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421DDEEB-6B78-4583-A163-A1716FCBB7C2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19D17AF6-17BA-470E-95B4-ADBC0EEEC4A3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9" name="PlaceHolder 3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10" name="PlaceHolder 4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01F1206D-9FD1-4DD3-8912-B5F701805972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D5CB68EC-BCD4-44BF-8438-505308D4917C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20" name="PlaceHolder 4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21" name="PlaceHolder 5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8A9C6788-2A2E-421F-9F92-29702ACC5515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7" name="PlaceHolder 2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28" name="PlaceHolder 3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C791F4A-4D4D-4EA9-85B2-AE84DC1C03F0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32" name="PlaceHolder 2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520415A1-156B-4A59-AC27-75BB79C7DDA0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35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4F5036AA-D228-4F8D-9A20-7663992BA95B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654D4C3A-EA9F-4549-8F4E-D2CD74921A6C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41" name="PlaceHolder 2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B0A0BFC3-7955-4669-8D4C-574C68F6FEF0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45" name="PlaceHolder 3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46" name="PlaceHolder 4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72712B25-1E07-4173-A282-5E40BE1E9A2D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51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0099FAB-0EF8-472F-AEE5-48F3E1099E0A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56" name="PlaceHolder 4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57" name="PlaceHolder 5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9CEA808-6617-4CAD-B549-4E7B012E4A8E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63" name="PlaceHolder 2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5BBCBF4B-EFB6-4917-809B-696503126706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6" name="PlaceHolder 2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67" name="PlaceHolder 3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EEEB06FC-912C-4858-87A8-36F992471625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71" name="PlaceHolder 2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F309244-0E65-4389-8695-B772EA53C608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74" name="PlaceHolder 2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1772158A-0445-4778-B51F-9B909958A48A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77" name="PlaceHolder 2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2F748754-764F-48D1-AA2E-5143E12589E1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5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wmf"/><Relationship Id="rId21" Type="http://schemas.openxmlformats.org/officeDocument/2006/relationships/image" Target="../media/image14.png"/><Relationship Id="rId7" Type="http://schemas.openxmlformats.org/officeDocument/2006/relationships/image" Target="../media/image7.w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w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w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icture 19"/>
          <p:cNvPicPr/>
          <p:nvPr/>
        </p:nvPicPr>
        <p:blipFill>
          <a:blip r:embed="rId2"/>
          <a:stretch/>
        </p:blipFill>
        <p:spPr>
          <a:xfrm>
            <a:off x="178200" y="-228600"/>
            <a:ext cx="6677640" cy="622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9600" cy="177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89600" cy="48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5280" cy="96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000" b="1" u="none" strike="noStrike" spc="6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Hanwha Vision   </a:t>
            </a:r>
            <a:br>
              <a:rPr sz="3000"/>
            </a:br>
            <a:r>
              <a:rPr lang="en-US" sz="3000" b="1" u="none" strike="noStrike" spc="1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16th Jun’25 – 30th Jun’25</a:t>
            </a:r>
            <a:endParaRPr lang="en-US" sz="3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83" name="Straight Connector 6"/>
          <p:cNvCxnSpPr/>
          <p:nvPr/>
        </p:nvCxnSpPr>
        <p:spPr>
          <a:xfrm>
            <a:off x="364320" y="2859480"/>
            <a:ext cx="4955760" cy="25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184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69360" cy="101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4">
            <a:hlinkClick r:id="rId6"/>
          </p:cNvPr>
          <p:cNvPicPr/>
          <p:nvPr/>
        </p:nvPicPr>
        <p:blipFill>
          <a:blip r:embed="rId7"/>
          <a:stretch/>
        </p:blipFill>
        <p:spPr>
          <a:xfrm>
            <a:off x="524880" y="611280"/>
            <a:ext cx="1775520" cy="53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itle 1"/>
          <p:cNvSpPr/>
          <p:nvPr/>
        </p:nvSpPr>
        <p:spPr>
          <a:xfrm>
            <a:off x="3657600" y="2921040"/>
            <a:ext cx="2285280" cy="37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2000" b="1" u="none" strike="noStrike" spc="6">
                <a:solidFill>
                  <a:srgbClr val="7030A0"/>
                </a:solidFill>
                <a:uFillTx/>
                <a:latin typeface="Roboto"/>
                <a:ea typeface="Roboto"/>
              </a:rPr>
              <a:t>Rashmi Patel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6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Meeting Participants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89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90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92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448560" y="1270800"/>
            <a:ext cx="821160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libri"/>
                <a:ea typeface="Roboto Medium"/>
              </a:rPr>
              <a:t>Parth Jotangiya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libri"/>
                <a:ea typeface="Roboto Medium"/>
              </a:rPr>
              <a:t>Jayendra Makvana 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libri"/>
                <a:ea typeface="Roboto Medium"/>
              </a:rPr>
              <a:t>Adnan Mansuri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libri"/>
                <a:ea typeface="Roboto Medium"/>
              </a:rPr>
              <a:t>Hiten Parmar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libri"/>
                <a:ea typeface="Roboto Medium"/>
              </a:rPr>
              <a:t>Rashmi Patel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libri"/>
                <a:ea typeface="Roboto Medium"/>
              </a:rPr>
              <a:t>Hasti Kaneriya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libri"/>
                <a:ea typeface="Roboto Medium"/>
              </a:rPr>
              <a:t>Bhavika Gamdha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244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Highlights of the work done in two weeks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97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98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00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TextBox 5"/>
          <p:cNvSpPr/>
          <p:nvPr/>
        </p:nvSpPr>
        <p:spPr>
          <a:xfrm>
            <a:off x="448560" y="1015920"/>
            <a:ext cx="11404800" cy="543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800" b="1" u="none" strike="noStrike">
                <a:solidFill>
                  <a:srgbClr val="000000"/>
                </a:solidFill>
                <a:uFillTx/>
                <a:latin typeface="Calibri"/>
              </a:rPr>
              <a:t>Front end development of Hanwha Application: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uFillTx/>
                <a:latin typeface="Arial"/>
              </a:rPr>
              <a:t> Client App: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Fixed the issue in setting context for company logo uploads and the Google Maps API.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Helped Dhaval for the design-related issues.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Resolved validation issues in the multisite setup.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Replaced the loadScript method with useJsApiLoader for loading Google Maps.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Moved the loading script to the MapPlanWidget's parent component to resolve issues with Zoom mode and setup screen.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Fixed the problem of the loader displaying multiple times on the dashboard.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validating permissions for different widget types.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Implemented logic to display widgets on the dashboard based on the user’s assigned permissions.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Added a separate loader for each widget to improve the user experience.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Created a separate postApiCall method that bypasses the global loader and used it across all widgets.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bug fixing which are conducted during Round 2 testing.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Implemented validation to ensure only .pem and .lic file types are allowed during the license upload process.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Arial"/>
                <a:ea typeface="Microsoft YaHei"/>
              </a:rPr>
              <a:t>Deployed the latest code to the IIS server using the .exe installer.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56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Roadblocks / issues if any 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5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06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08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TextBox 3"/>
          <p:cNvSpPr/>
          <p:nvPr/>
        </p:nvSpPr>
        <p:spPr>
          <a:xfrm>
            <a:off x="448560" y="1236600"/>
            <a:ext cx="11404800" cy="40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Calibri"/>
              </a:rPr>
              <a:t>Not have any point.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612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Improvement Points Identified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13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14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16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448560" y="1235880"/>
            <a:ext cx="11404800" cy="92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Calibri"/>
                <a:ea typeface="DejaVu Sans"/>
              </a:rPr>
              <a:t>Need to Improve communication skill</a:t>
            </a:r>
            <a:r>
              <a:rPr lang="en-US" sz="14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lang="en-US" sz="1400" b="0" u="none" strike="noStrike">
                <a:solidFill>
                  <a:srgbClr val="FF0000"/>
                </a:solidFill>
                <a:highlight>
                  <a:srgbClr val="FFFF00"/>
                </a:highlight>
                <a:uFillTx/>
                <a:latin typeface="Calibri"/>
                <a:ea typeface="Roboto"/>
              </a:rPr>
              <a:t>Most Imp</a:t>
            </a:r>
            <a:r>
              <a:rPr lang="en-US" sz="1400" b="0" u="none" strike="noStrike">
                <a:solidFill>
                  <a:srgbClr val="000000"/>
                </a:solidFill>
                <a:uFillTx/>
                <a:latin typeface="Calibri"/>
                <a:ea typeface="Roboto"/>
              </a:rPr>
              <a:t>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244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Any New Problem Statement Seen / Identified * If any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21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22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24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448560" y="1264680"/>
            <a:ext cx="1106640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  <a:ea typeface="Roboto"/>
              </a:rPr>
              <a:t>There is no any problem statement identified yet.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2988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Achievements/Extra mile of the week * if any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29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30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32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448560" y="1198800"/>
            <a:ext cx="967176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</a:rPr>
              <a:t>There have been no achievements recorded in the last two weeks.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7640" cy="622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9600" cy="177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1080" cy="10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000" b="1" u="none" strike="noStrike" spc="6">
                <a:solidFill>
                  <a:srgbClr val="65BB35"/>
                </a:solidFill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lang="en-US" sz="3000" b="1" u="none" strike="noStrike" spc="6">
                <a:solidFill>
                  <a:srgbClr val="65BB35"/>
                </a:solidFill>
                <a:uFillTx/>
                <a:latin typeface="Roboto"/>
                <a:ea typeface="Roboto"/>
              </a:rPr>
              <a:t>Your Time &amp; Attention!</a:t>
            </a:r>
            <a:endParaRPr lang="en-US" sz="3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1080" cy="69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/>
          <a:p>
            <a:pPr indent="0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1600" b="0" u="none" strike="noStrike" spc="6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39" name="Straight Connector 6"/>
          <p:cNvCxnSpPr/>
          <p:nvPr/>
        </p:nvCxnSpPr>
        <p:spPr>
          <a:xfrm>
            <a:off x="524880" y="1622160"/>
            <a:ext cx="4322880" cy="25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240" name="Straight Connector 5"/>
          <p:cNvCxnSpPr/>
          <p:nvPr/>
        </p:nvCxnSpPr>
        <p:spPr>
          <a:xfrm>
            <a:off x="335880" y="6301080"/>
            <a:ext cx="11522520" cy="252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241" name="TextBox 9"/>
          <p:cNvSpPr/>
          <p:nvPr/>
        </p:nvSpPr>
        <p:spPr>
          <a:xfrm>
            <a:off x="147960" y="6384600"/>
            <a:ext cx="38584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6">
                <a:solidFill>
                  <a:schemeClr val="lt1">
                    <a:lumMod val="95000"/>
                  </a:schemeClr>
                </a:solidFill>
                <a:uFillTx/>
                <a:latin typeface="Roboto"/>
                <a:ea typeface="Roboto"/>
              </a:rPr>
              <a:t>© 2023 SPEC INDIA. All Rights Reserved.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2" name="Subtitle 2"/>
          <p:cNvSpPr/>
          <p:nvPr/>
        </p:nvSpPr>
        <p:spPr>
          <a:xfrm>
            <a:off x="457560" y="2609640"/>
            <a:ext cx="233856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 spc="6">
                <a:solidFill>
                  <a:srgbClr val="0B334C"/>
                </a:solidFill>
                <a:uFillTx/>
                <a:latin typeface="Roboto"/>
                <a:ea typeface="Roboto"/>
              </a:rPr>
              <a:t>Visit us at 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6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 spc="6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3" name="Subtitle 2"/>
          <p:cNvSpPr/>
          <p:nvPr/>
        </p:nvSpPr>
        <p:spPr>
          <a:xfrm>
            <a:off x="2798640" y="2609640"/>
            <a:ext cx="233856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 spc="6">
                <a:solidFill>
                  <a:srgbClr val="0B334C"/>
                </a:solidFill>
                <a:uFillTx/>
                <a:latin typeface="Roboto"/>
                <a:ea typeface="Roboto"/>
              </a:rPr>
              <a:t>Write to us at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6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4" name="Subtitle 2"/>
          <p:cNvSpPr/>
          <p:nvPr/>
        </p:nvSpPr>
        <p:spPr>
          <a:xfrm>
            <a:off x="7244280" y="796680"/>
            <a:ext cx="369756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 spc="6">
                <a:solidFill>
                  <a:srgbClr val="0B334C"/>
                </a:solidFill>
                <a:uFillTx/>
                <a:latin typeface="Roboto"/>
                <a:ea typeface="Roboto"/>
              </a:rPr>
              <a:t>India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5" name="Subtitle 2"/>
          <p:cNvSpPr/>
          <p:nvPr/>
        </p:nvSpPr>
        <p:spPr>
          <a:xfrm>
            <a:off x="7581240" y="1292040"/>
            <a:ext cx="3697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 spc="6">
                <a:solidFill>
                  <a:schemeClr val="lt1"/>
                </a:solidFill>
                <a:uFillTx/>
                <a:latin typeface="Roboto"/>
                <a:ea typeface="Roboto"/>
                <a:hlinkClick r:id="rId5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6" name="Subtitle 2"/>
          <p:cNvSpPr/>
          <p:nvPr/>
        </p:nvSpPr>
        <p:spPr>
          <a:xfrm>
            <a:off x="7581240" y="1687680"/>
            <a:ext cx="3697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+91-79-26404031 to 34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7" name="Subtitle 2"/>
          <p:cNvSpPr/>
          <p:nvPr/>
        </p:nvSpPr>
        <p:spPr>
          <a:xfrm>
            <a:off x="7581240" y="2083320"/>
            <a:ext cx="369756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SPEC House”, Parth Complex,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Near Swastik Cross Roads, Navarangpura, Ahmedabad 380009, INDIA.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48" name="Straight Connector 12"/>
          <p:cNvCxnSpPr/>
          <p:nvPr/>
        </p:nvCxnSpPr>
        <p:spPr>
          <a:xfrm>
            <a:off x="7326720" y="1179720"/>
            <a:ext cx="3070800" cy="25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49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Subtitle 2"/>
          <p:cNvSpPr/>
          <p:nvPr/>
        </p:nvSpPr>
        <p:spPr>
          <a:xfrm>
            <a:off x="7244280" y="2842200"/>
            <a:ext cx="369756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 spc="6">
                <a:solidFill>
                  <a:srgbClr val="0B334C"/>
                </a:solidFill>
                <a:uFillTx/>
                <a:latin typeface="Roboto"/>
                <a:ea typeface="Roboto"/>
              </a:rPr>
              <a:t>USA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3" name="Subtitle 2"/>
          <p:cNvSpPr/>
          <p:nvPr/>
        </p:nvSpPr>
        <p:spPr>
          <a:xfrm>
            <a:off x="7581240" y="3337560"/>
            <a:ext cx="3697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6">
                <a:solidFill>
                  <a:schemeClr val="lt1"/>
                </a:solidFill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4" name="Subtitle 2"/>
          <p:cNvSpPr/>
          <p:nvPr/>
        </p:nvSpPr>
        <p:spPr>
          <a:xfrm>
            <a:off x="7581240" y="3733200"/>
            <a:ext cx="3697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+ 1 908-450-9862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5" name="Subtitle 2"/>
          <p:cNvSpPr/>
          <p:nvPr/>
        </p:nvSpPr>
        <p:spPr>
          <a:xfrm>
            <a:off x="7581240" y="4128480"/>
            <a:ext cx="36975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6">
                <a:solidFill>
                  <a:schemeClr val="lt1"/>
                </a:solidFill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56" name="Straight Connector 24"/>
          <p:cNvCxnSpPr/>
          <p:nvPr/>
        </p:nvCxnSpPr>
        <p:spPr>
          <a:xfrm>
            <a:off x="7326720" y="3224880"/>
            <a:ext cx="3070800" cy="25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57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Picture 39" descr="Logo&#10;&#10;Description automatically generated">
            <a:hlinkClick r:id="rId10"/>
          </p:cNvPr>
          <p:cNvPicPr/>
          <p:nvPr/>
        </p:nvPicPr>
        <p:blipFill>
          <a:blip r:embed="rId11"/>
          <a:stretch/>
        </p:blipFill>
        <p:spPr>
          <a:xfrm>
            <a:off x="2600280" y="5526000"/>
            <a:ext cx="879480" cy="24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Picture 41" descr="A picture containing text, clipart&#10;&#10;Description automatically generated">
            <a:hlinkClick r:id="rId12"/>
          </p:cNvPr>
          <p:cNvPicPr/>
          <p:nvPr/>
        </p:nvPicPr>
        <p:blipFill>
          <a:blip r:embed="rId13"/>
          <a:stretch/>
        </p:blipFill>
        <p:spPr>
          <a:xfrm>
            <a:off x="3831120" y="5544000"/>
            <a:ext cx="1509480" cy="21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Picture 43" descr="A picture containing text, clipart&#10;&#10;Description automatically generated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5692320" y="5526000"/>
            <a:ext cx="763920" cy="24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Picture 45" descr="A picture containing text, clipart&#10;&#10;Description automatically generated">
            <a:hlinkClick r:id="rId16"/>
          </p:cNvPr>
          <p:cNvPicPr/>
          <p:nvPr/>
        </p:nvPicPr>
        <p:blipFill>
          <a:blip r:embed="rId17"/>
          <a:stretch/>
        </p:blipFill>
        <p:spPr>
          <a:xfrm>
            <a:off x="6807960" y="5526000"/>
            <a:ext cx="1280520" cy="24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Picture 47" descr="A picture containing text, transport, clipart, wheel&#10;&#10;Description automatically generated">
            <a:hlinkClick r:id="rId18"/>
          </p:cNvPr>
          <p:cNvPicPr/>
          <p:nvPr/>
        </p:nvPicPr>
        <p:blipFill>
          <a:blip r:embed="rId19"/>
          <a:stretch/>
        </p:blipFill>
        <p:spPr>
          <a:xfrm>
            <a:off x="8439840" y="5544000"/>
            <a:ext cx="1149480" cy="21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Picture 13" descr="Shape&#10;&#10;Description automatically generated">
            <a:hlinkClick r:id="rId20"/>
          </p:cNvPr>
          <p:cNvPicPr/>
          <p:nvPr/>
        </p:nvPicPr>
        <p:blipFill>
          <a:blip r:embed="rId21"/>
          <a:stretch/>
        </p:blipFill>
        <p:spPr>
          <a:xfrm>
            <a:off x="1162728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Picture 29" descr="A picture containing clipart&#10;&#10;Description automatically generated">
            <a:hlinkClick r:id="rId22"/>
          </p:cNvPr>
          <p:cNvPicPr/>
          <p:nvPr/>
        </p:nvPicPr>
        <p:blipFill>
          <a:blip r:embed="rId23"/>
          <a:stretch/>
        </p:blipFill>
        <p:spPr>
          <a:xfrm>
            <a:off x="1125756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Picture 31" descr="A picture containing text, clipart&#10;&#10;Description automatically generated">
            <a:hlinkClick r:id="rId24"/>
          </p:cNvPr>
          <p:cNvPicPr/>
          <p:nvPr/>
        </p:nvPicPr>
        <p:blipFill>
          <a:blip r:embed="rId25"/>
          <a:stretch/>
        </p:blipFill>
        <p:spPr>
          <a:xfrm>
            <a:off x="977760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Picture 35" descr="A picture containing text, clipart&#10;&#10;Description automatically generated">
            <a:hlinkClick r:id="rId26"/>
          </p:cNvPr>
          <p:cNvPicPr/>
          <p:nvPr/>
        </p:nvPicPr>
        <p:blipFill>
          <a:blip r:embed="rId27"/>
          <a:stretch/>
        </p:blipFill>
        <p:spPr>
          <a:xfrm>
            <a:off x="1014732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37" descr="A picture containing clipart&#10;&#10;Description automatically generated">
            <a:hlinkClick r:id="rId28"/>
          </p:cNvPr>
          <p:cNvPicPr/>
          <p:nvPr/>
        </p:nvPicPr>
        <p:blipFill>
          <a:blip r:embed="rId29"/>
          <a:stretch/>
        </p:blipFill>
        <p:spPr>
          <a:xfrm>
            <a:off x="1051740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Picture 40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6960240" y="586368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Picture 44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8526960" y="585144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Picture 46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5586480" y="585144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Picture 49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4098240" y="586368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Picture 50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2580480" y="585828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Picture 52" descr="A picture containing text, clipart&#10;&#10;Description automatically generated">
            <a:hlinkClick r:id="rId32"/>
          </p:cNvPr>
          <p:cNvPicPr/>
          <p:nvPr/>
        </p:nvPicPr>
        <p:blipFill>
          <a:blip r:embed="rId33"/>
          <a:stretch/>
        </p:blipFill>
        <p:spPr>
          <a:xfrm>
            <a:off x="10887480" y="642852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6" name="Straight Connector 58"/>
          <p:cNvCxnSpPr/>
          <p:nvPr/>
        </p:nvCxnSpPr>
        <p:spPr>
          <a:xfrm>
            <a:off x="2580120" y="2716200"/>
            <a:ext cx="2520" cy="52236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468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35</vt:i4>
      </vt:variant>
      <vt:variant>
        <vt:lpstr>Slide Titles</vt:lpstr>
      </vt:variant>
      <vt:variant>
        <vt:i4>9</vt:i4>
      </vt:variant>
    </vt:vector>
  </HeadingPairs>
  <TitlesOfParts>
    <vt:vector size="51" baseType="lpstr">
      <vt:lpstr>Arial</vt:lpstr>
      <vt:lpstr>Calibri</vt:lpstr>
      <vt:lpstr>Calibri Light</vt:lpstr>
      <vt:lpstr>Roboto</vt:lpstr>
      <vt:lpstr>Symbol</vt:lpstr>
      <vt:lpstr>Times New Roman</vt:lpstr>
      <vt:lpstr>Wingdings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Hanwha Vision    16th Jun’25 – 30th Jun’25</vt:lpstr>
      <vt:lpstr>Meeting Participants</vt:lpstr>
      <vt:lpstr>Rashmi Patel - Highlights of the work done in two weeks</vt:lpstr>
      <vt:lpstr>Rashmi Patel - Roadblocks / issues if any </vt:lpstr>
      <vt:lpstr>Rashmi Patel - Improvement Points Identified</vt:lpstr>
      <vt:lpstr>Rashmi Patel - Any New Problem Statement Seen / Identified * If any</vt:lpstr>
      <vt:lpstr>Rashmi Patel - Achievements/Extra mile of the week * if any</vt:lpstr>
      <vt:lpstr>Thank You For  Your Time &amp; Attention!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>Parth Jotangiya</cp:lastModifiedBy>
  <cp:revision>533</cp:revision>
  <dcterms:created xsi:type="dcterms:W3CDTF">2023-01-02T08:33:00Z</dcterms:created>
  <dcterms:modified xsi:type="dcterms:W3CDTF">2025-07-03T08:58:18Z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76030A7711084D6A9EBC293995FA41FD</vt:lpwstr>
  </property>
  <property fmtid="{D5CDD505-2E9C-101B-9397-08002B2CF9AE}" pid="3" name="KSOProductBuildVer">
    <vt:lpwstr>1033-11.2.0.11440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