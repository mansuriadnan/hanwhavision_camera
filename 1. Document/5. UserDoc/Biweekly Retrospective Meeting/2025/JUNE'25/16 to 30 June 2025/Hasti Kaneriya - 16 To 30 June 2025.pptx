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85" r:id="rId3"/>
    <p:sldId id="286" r:id="rId4"/>
    <p:sldId id="296" r:id="rId5"/>
    <p:sldId id="293" r:id="rId6"/>
    <p:sldId id="294" r:id="rId7"/>
    <p:sldId id="297" r:id="rId8"/>
    <p:sldId id="298" r:id="rId9"/>
    <p:sldId id="289" r:id="rId10"/>
    <p:sldId id="291" r:id="rId11"/>
    <p:sldId id="290" r:id="rId12"/>
    <p:sldId id="292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0" userDrawn="1">
          <p15:clr>
            <a:srgbClr val="A4A3A4"/>
          </p15:clr>
        </p15:guide>
        <p15:guide id="2" pos="38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 showGuides="1">
      <p:cViewPr varScale="1">
        <p:scale>
          <a:sx n="104" d="100"/>
          <a:sy n="104" d="100"/>
        </p:scale>
        <p:origin x="1068" y="102"/>
      </p:cViewPr>
      <p:guideLst>
        <p:guide orient="horz" pos="2080"/>
        <p:guide pos="38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490" y="1778000"/>
            <a:ext cx="5012055" cy="965200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u="none" strike="noStrike" spc="1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16th Jun’25 – 30th Jun’25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54400" y="2920993"/>
            <a:ext cx="1922612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6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alt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Gamdha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5046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General task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Communication with Dhaval for design changes.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Check map widget API and test widget data.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Check Feature Types widget issue.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Check and Solve close menu issue in widgets.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tooltip issue in zoom widget.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Refactor heatmap selected deviceIds code.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Added new background images as per Dhaval suggestion.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Added chart tick selector code in cumulative 1x1 widget and solve count issue.</a:t>
            </a: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o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Map Plan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Solve map widget google map issue.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Solve Map plan widget height issue.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Added required className in Map plan widget.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o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People In/Out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Widget data is not getting cleared on change of floor.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Show device list in widget setup menu.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Show selected device list in widget from widget setup menu.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Get and render data based on selected device.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o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Vehicle In/Out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Widget data is not getting cleared on change of floor.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Show device list in widget setup menu.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Show selected device list in widget from widget setup menu.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Get and render data based on selected device.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o"/>
            </a:pPr>
            <a:endParaRPr lang="en-US" sz="1400" b="1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o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Vehicle Queue Analysis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Expanding view in the vehicle queue analysis widget to avoid unnecessary API calls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Vehicle queue analysis widget data is not getting cleare.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5584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o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</a:rPr>
              <a:t>Floor Plans &amp; Zones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System should not display browser required field validation when user clicks on "+ Add" button.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Placeholder should be "Search floor plan.." instead on "Search Floor Plans".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The system should not allow user to enter floor plan &amp; Zone name without having atleast 3 characters.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The system should not allow user to enter special characters in Floor Plan Name &amp; Zone Name.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Add * on the Zone Name field.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The ‘+’ button for Zone creation should not be displayed until the user has uploaded a Floor Plan image.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After delete last floor page is not getting refreshed.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Show tooltip on hover of mapped camera in floor and zone screen.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After delete last floor, show No data page.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Scroll should not displayed when there is no image uploaded for the floor plan.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The People Occupancy and Vehicle Occupancy values must be provided when adding a new Zone and updating existing Zone to the system.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The "Delete Camera" button should get displayed after selection of specific camera on the floor plan.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User should be able to search camera by name, IP &amp; Model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System should only allow user to configure any camera on the specific zone only. user can not configure it directly on floor plan image.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The place for the created zone is getting changed when user zoom-out or zoom-in the floor plan image. Place should remain as it is</a:t>
            </a: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</a:rPr>
              <a:t>Change in Zoom widget code, Added required className, Added label in tooltip, Change in console error msg, Remove unused console,  Solve type Script error in the below widgets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Capacity Utilization for People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Capacity Utilization for Vehicle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Zone Wise Capacity Utilization for Vehicle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Zone Wise Capacity Utilization for People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Camera Online/Offline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Modal Types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Feature Types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Slip &amp; fall 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Average People Counting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Gender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New vs Total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Cumulative people 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Safety Measures</a:t>
            </a: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4939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</a:rPr>
              <a:t>Change in Zoom widget code, Added required className, Added label in tooltip, Change in console error msg, Remove unused console,  Solve type Script error in the below widgets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Zone Wise People Counting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Shopping Cart Counting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Queue Events for Shopping Cart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Queue Events for People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Block Exit Detection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Vehicle Count by Type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Vehicle by Type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Vehicle in Wrong Direction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Pedestrian Detection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Average Vehicle Counting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Vehicle Queue Analysis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Stopped Vehicle Count Time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</a:rPr>
              <a:t>Change in Zoom widget code, Added required className, Added label in tooltip, Change in console error msg, Remove unused console,  Solve type Script error in the below widgets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Vehicle Turning Movement Counts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Speed Violation by Vehicle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Traffic Jam by Day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Counting for Forklift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Queue Events for Forklift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 Detected Forklifts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 Block Exit Detection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 Forklift Speed Detection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 People In &amp; Out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o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</a:rPr>
              <a:t>Capacity Utilization for people/vehicle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Adde total capacity line in Capacity Utilization for people 2x1 Option-1(Area chart) and Option-2(Line chart).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Adde total capacity line in Capacity Utilization for vehicle 2x1 Option-1(Line chart) and Option-2(Bar chart).</a:t>
            </a: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NA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1400" dirty="0"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Need to improve time managment skill and turn around time (TAT) on the each assigned task.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407266" cy="627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175558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200" dirty="0"/>
              <a:t>NA</a:t>
            </a:r>
            <a:endParaRPr lang="en-US" altLang="en-IN" sz="12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1057</Words>
  <Application>Microsoft Office PowerPoint</Application>
  <PresentationFormat>Widescreen</PresentationFormat>
  <Paragraphs>148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16th Jun’25 – 30th Jun’25</vt:lpstr>
      <vt:lpstr>Meeting Participants</vt:lpstr>
      <vt:lpstr>Hasti Kaneriya - Highlights of the work done in two weeks</vt:lpstr>
      <vt:lpstr>Hasti Kaneriya - Highlights of the work done in two weeks</vt:lpstr>
      <vt:lpstr>Hasti Kaneriya - Highlights of the work done in two weeks</vt:lpstr>
      <vt:lpstr>Hasti Kaneriya - Highlights of the work done in two weeks</vt:lpstr>
      <vt:lpstr>Hasti Kaneriya - Highlights of the work done in two weeks</vt:lpstr>
      <vt:lpstr>Hasti Kaneriya - Highlights of the work done in two weeks</vt:lpstr>
      <vt:lpstr>Hasti Kaneriya - Roadblocks / issues if any </vt:lpstr>
      <vt:lpstr>Hasti Kaneriya - Improvement Points Identified</vt:lpstr>
      <vt:lpstr>Hasti Kaneriya - Any New Problem Statement Seen / Identified * If any</vt:lpstr>
      <vt:lpstr>Hasti Kaneriya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Parth Jotangiya</cp:lastModifiedBy>
  <cp:revision>550</cp:revision>
  <dcterms:created xsi:type="dcterms:W3CDTF">2023-01-02T08:33:00Z</dcterms:created>
  <dcterms:modified xsi:type="dcterms:W3CDTF">2025-07-03T08:56:29Z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B32B0568AA8B407A91586000BAD77FD6_12</vt:lpwstr>
  </property>
  <property fmtid="{D5CDD505-2E9C-101B-9397-08002B2CF9AE}" pid="3" name="KSOProductBuildVer">
    <vt:lpwstr>1033-12.2.0.21546</vt:lpwstr>
  </property>
</Properties>
</file>