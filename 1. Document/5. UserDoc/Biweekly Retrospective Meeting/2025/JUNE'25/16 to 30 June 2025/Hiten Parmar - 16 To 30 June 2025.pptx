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Default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Default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Default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Default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560" cy="62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520" cy="17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8520" cy="48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CustomShape 1"/>
          <p:cNvSpPr/>
          <p:nvPr/>
        </p:nvSpPr>
        <p:spPr>
          <a:xfrm>
            <a:off x="364680" y="1778040"/>
            <a:ext cx="4804200" cy="96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u="none" strike="noStrike" dirty="0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Hanwha Vision </a:t>
            </a:r>
            <a:br>
              <a:rPr sz="1800"/>
            </a:br>
            <a:r>
              <a:rPr lang="en-US" sz="3000" b="1" u="none" strike="noStrike" spc="1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16th Jun’25 – 30th Jun’25</a:t>
            </a:r>
            <a:endParaRPr lang="en-IN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ine 2"/>
          <p:cNvSpPr/>
          <p:nvPr/>
        </p:nvSpPr>
        <p:spPr>
          <a:xfrm>
            <a:off x="364320" y="2859480"/>
            <a:ext cx="495324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8280" cy="101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444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3657600" y="2921040"/>
            <a:ext cx="1715760" cy="37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Hiten Parmar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7960" y="126000"/>
            <a:ext cx="747504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CustomShape 7"/>
          <p:cNvSpPr/>
          <p:nvPr/>
        </p:nvSpPr>
        <p:spPr>
          <a:xfrm>
            <a:off x="448560" y="1270800"/>
            <a:ext cx="821052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3984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Highlights of the work done in two weeks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ustomShape 7"/>
          <p:cNvSpPr/>
          <p:nvPr/>
        </p:nvSpPr>
        <p:spPr>
          <a:xfrm>
            <a:off x="448560" y="1051920"/>
            <a:ext cx="9990720" cy="339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 end development of Client Application: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Changes in background service related carry forward timing.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Save &amp; get ftp configuration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Check isDeleted condition in though out project and fixed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Solve bug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Widgets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Floor &amp; zones screen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Background services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SignalR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7960" y="126000"/>
            <a:ext cx="11144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Roadblocks / issues if any 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ustomShape 7"/>
          <p:cNvSpPr/>
          <p:nvPr/>
        </p:nvSpPr>
        <p:spPr>
          <a:xfrm>
            <a:off x="448560" y="1236600"/>
            <a:ext cx="11403720" cy="40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Not have any point.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07960" y="126000"/>
            <a:ext cx="747504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Improvement Points Identified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ustomShape 7"/>
          <p:cNvSpPr/>
          <p:nvPr/>
        </p:nvSpPr>
        <p:spPr>
          <a:xfrm>
            <a:off x="448560" y="1235880"/>
            <a:ext cx="114037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Any New Problem Statement Seen / Identified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ustomShape 7"/>
          <p:cNvSpPr/>
          <p:nvPr/>
        </p:nvSpPr>
        <p:spPr>
          <a:xfrm>
            <a:off x="448560" y="1264680"/>
            <a:ext cx="110653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507960" y="126000"/>
            <a:ext cx="1082880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Hiten Parmar - Achievements/Extra mile of the week * if any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ine 3"/>
          <p:cNvSpPr/>
          <p:nvPr/>
        </p:nvSpPr>
        <p:spPr>
          <a:xfrm>
            <a:off x="335880" y="622296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ustomShape 4"/>
          <p:cNvSpPr/>
          <p:nvPr/>
        </p:nvSpPr>
        <p:spPr>
          <a:xfrm>
            <a:off x="326880" y="6380280"/>
            <a:ext cx="40500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CustomShape 6"/>
          <p:cNvSpPr/>
          <p:nvPr/>
        </p:nvSpPr>
        <p:spPr>
          <a:xfrm>
            <a:off x="4835880" y="6443640"/>
            <a:ext cx="251640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448560" y="1198800"/>
            <a:ext cx="967068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26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have been no achievements recorded in the last two weeks of June 2025.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6560" cy="62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8520" cy="177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CustomShape 1"/>
          <p:cNvSpPr/>
          <p:nvPr/>
        </p:nvSpPr>
        <p:spPr>
          <a:xfrm>
            <a:off x="457560" y="462960"/>
            <a:ext cx="5220000" cy="102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1800"/>
            </a:br>
            <a:r>
              <a:rPr lang="en-US" sz="3000" b="1" u="none" strike="noStrik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560" y="1756080"/>
            <a:ext cx="52200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2626"/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Line 3"/>
          <p:cNvSpPr/>
          <p:nvPr/>
        </p:nvSpPr>
        <p:spPr>
          <a:xfrm>
            <a:off x="524880" y="1622160"/>
            <a:ext cx="4320360" cy="36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Line 4"/>
          <p:cNvSpPr/>
          <p:nvPr/>
        </p:nvSpPr>
        <p:spPr>
          <a:xfrm>
            <a:off x="335880" y="6301080"/>
            <a:ext cx="11520000" cy="36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ustomShape 5"/>
          <p:cNvSpPr/>
          <p:nvPr/>
        </p:nvSpPr>
        <p:spPr>
          <a:xfrm>
            <a:off x="161640" y="6384600"/>
            <a:ext cx="382932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F2F2F2"/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ustomShape 6"/>
          <p:cNvSpPr/>
          <p:nvPr/>
        </p:nvSpPr>
        <p:spPr>
          <a:xfrm>
            <a:off x="457560" y="2609640"/>
            <a:ext cx="2337480" cy="64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ustomShape 7"/>
          <p:cNvSpPr/>
          <p:nvPr/>
        </p:nvSpPr>
        <p:spPr>
          <a:xfrm>
            <a:off x="2798640" y="2609640"/>
            <a:ext cx="2337480" cy="64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ustomShape 8"/>
          <p:cNvSpPr/>
          <p:nvPr/>
        </p:nvSpPr>
        <p:spPr>
          <a:xfrm>
            <a:off x="7244280" y="796680"/>
            <a:ext cx="3696480" cy="40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ustomShape 9"/>
          <p:cNvSpPr/>
          <p:nvPr/>
        </p:nvSpPr>
        <p:spPr>
          <a:xfrm>
            <a:off x="7581240" y="1292040"/>
            <a:ext cx="369648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ustomShape 10"/>
          <p:cNvSpPr/>
          <p:nvPr/>
        </p:nvSpPr>
        <p:spPr>
          <a:xfrm>
            <a:off x="7581240" y="1687680"/>
            <a:ext cx="369648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ustomShape 11"/>
          <p:cNvSpPr/>
          <p:nvPr/>
        </p:nvSpPr>
        <p:spPr>
          <a:xfrm>
            <a:off x="7581240" y="2083320"/>
            <a:ext cx="3696480" cy="94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Line 12"/>
          <p:cNvSpPr/>
          <p:nvPr/>
        </p:nvSpPr>
        <p:spPr>
          <a:xfrm>
            <a:off x="7326720" y="117972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CustomShape 13"/>
          <p:cNvSpPr/>
          <p:nvPr/>
        </p:nvSpPr>
        <p:spPr>
          <a:xfrm>
            <a:off x="7244280" y="2842200"/>
            <a:ext cx="3696480" cy="40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ustomShape 14"/>
          <p:cNvSpPr/>
          <p:nvPr/>
        </p:nvSpPr>
        <p:spPr>
          <a:xfrm>
            <a:off x="7581240" y="3337560"/>
            <a:ext cx="369648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CustomShape 15"/>
          <p:cNvSpPr/>
          <p:nvPr/>
        </p:nvSpPr>
        <p:spPr>
          <a:xfrm>
            <a:off x="7581240" y="3733200"/>
            <a:ext cx="3696480" cy="30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16"/>
          <p:cNvSpPr/>
          <p:nvPr/>
        </p:nvSpPr>
        <p:spPr>
          <a:xfrm>
            <a:off x="7581240" y="4128480"/>
            <a:ext cx="3696480" cy="51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Line 17"/>
          <p:cNvSpPr/>
          <p:nvPr/>
        </p:nvSpPr>
        <p:spPr>
          <a:xfrm>
            <a:off x="7326720" y="3224880"/>
            <a:ext cx="3068280" cy="36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840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8400" cy="21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284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7944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8400" cy="21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Line 18"/>
          <p:cNvSpPr/>
          <p:nvPr/>
        </p:nvSpPr>
        <p:spPr>
          <a:xfrm>
            <a:off x="2580120" y="2716200"/>
            <a:ext cx="36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5646</TotalTime>
  <Words>292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Roboto</vt:lpstr>
      <vt:lpstr>StarSymbol</vt:lpstr>
      <vt:lpstr>Symbol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480</cp:revision>
  <dcterms:created xsi:type="dcterms:W3CDTF">2023-01-02T08:33:04Z</dcterms:created>
  <dcterms:modified xsi:type="dcterms:W3CDTF">2025-07-03T08:56:45Z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8</vt:i4>
  </property>
</Properties>
</file>