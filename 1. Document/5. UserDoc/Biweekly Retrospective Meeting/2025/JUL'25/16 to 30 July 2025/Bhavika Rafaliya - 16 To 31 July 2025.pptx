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74" r:id="rId3"/>
    <p:sldMasterId id="2147483676" r:id="rId4"/>
    <p:sldMasterId id="2147483678" r:id="rId5"/>
    <p:sldMasterId id="2147483680" r:id="rId6"/>
    <p:sldMasterId id="2147483682" r:id="rId7"/>
    <p:sldMasterId id="2147483684" r:id="rId8"/>
    <p:sldMasterId id="2147483686" r:id="rId9"/>
    <p:sldMasterId id="2147483688" r:id="rId10"/>
    <p:sldMasterId id="2147483690" r:id="rId11"/>
    <p:sldMasterId id="2147483692" r:id="rId12"/>
    <p:sldMasterId id="2147483694" r:id="rId13"/>
    <p:sldMasterId id="2147483696" r:id="rId14"/>
    <p:sldMasterId id="2147483698" r:id="rId15"/>
    <p:sldMasterId id="2147483700" r:id="rId16"/>
    <p:sldMasterId id="2147483702" r:id="rId17"/>
    <p:sldMasterId id="2147483704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0.xml"/><Relationship Id="rId4" Type="http://schemas.openxmlformats.org/officeDocument/2006/relationships/slideMaster" Target="slideMasters/slideMaster21.xml"/><Relationship Id="rId5" Type="http://schemas.openxmlformats.org/officeDocument/2006/relationships/slideMaster" Target="slideMasters/slideMaster22.xml"/><Relationship Id="rId6" Type="http://schemas.openxmlformats.org/officeDocument/2006/relationships/slideMaster" Target="slideMasters/slideMaster23.xml"/><Relationship Id="rId7" Type="http://schemas.openxmlformats.org/officeDocument/2006/relationships/slideMaster" Target="slideMasters/slideMaster24.xml"/><Relationship Id="rId8" Type="http://schemas.openxmlformats.org/officeDocument/2006/relationships/slideMaster" Target="slideMasters/slideMaster25.xml"/><Relationship Id="rId9" Type="http://schemas.openxmlformats.org/officeDocument/2006/relationships/slideMaster" Target="slideMasters/slideMaster26.xml"/><Relationship Id="rId10" Type="http://schemas.openxmlformats.org/officeDocument/2006/relationships/slideMaster" Target="slideMasters/slideMaster27.xml"/><Relationship Id="rId11" Type="http://schemas.openxmlformats.org/officeDocument/2006/relationships/slideMaster" Target="slideMasters/slideMaster28.xml"/><Relationship Id="rId12" Type="http://schemas.openxmlformats.org/officeDocument/2006/relationships/slideMaster" Target="slideMasters/slideMaster29.xml"/><Relationship Id="rId13" Type="http://schemas.openxmlformats.org/officeDocument/2006/relationships/slideMaster" Target="slideMasters/slideMaster30.xml"/><Relationship Id="rId14" Type="http://schemas.openxmlformats.org/officeDocument/2006/relationships/slideMaster" Target="slideMasters/slideMaster31.xml"/><Relationship Id="rId15" Type="http://schemas.openxmlformats.org/officeDocument/2006/relationships/slideMaster" Target="slideMasters/slideMaster32.xml"/><Relationship Id="rId16" Type="http://schemas.openxmlformats.org/officeDocument/2006/relationships/slideMaster" Target="slideMasters/slideMaster33.xml"/><Relationship Id="rId17" Type="http://schemas.openxmlformats.org/officeDocument/2006/relationships/slideMaster" Target="slideMasters/slideMaster34.xml"/><Relationship Id="rId18" Type="http://schemas.openxmlformats.org/officeDocument/2006/relationships/slideMaster" Target="slideMasters/slideMaster35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1E7817F-403C-4D3C-9EB4-F8369CD7B53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FDB8A51-E39A-4621-9458-96C97328E0D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339A3A8-06C5-4EF6-99C0-32C4FFE131B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9B6E738-52E8-4A07-9535-49801E5F990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E8D8A15-4813-4FF2-BCCA-B60D878EDFD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90EBBA1-1ADE-4DE7-966E-4C773EE403B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05158EC-2DEB-4A3E-A815-29E4030EE54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B5582CE-FF38-4B16-A556-43233312963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53D09C6-3237-47EB-A97B-9A22BF45A01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C26FC68-5BF6-44D5-B053-1573533C4FF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20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312CA57-B88F-4322-9BFC-ACDE8B2C57C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D465B78-21EE-4E3C-9891-AF54395EB5B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36804AF-0735-40EC-BE6D-B2C3A768237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6AB6C81-C858-4993-9E59-102CC1082DC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04F8EC4-1D79-421E-8473-D1A9AF1D63C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B78B4A2-AE88-47F0-89A0-CECD076C120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E3EE0CC-C5B4-49C9-893A-B9A0E2C1ABC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64C0FC7-EE55-4A31-A85D-D754152DF0B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FDF96D1-7E60-4550-93FC-7D0D3B07F95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FA56CF2-2D86-4E6B-A6B8-9C50373082C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5AA5095-67E6-44D9-86CE-5037B23EF72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8C467B3-3C3D-4710-9F0F-63A3F491350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F3F528E-A260-42FA-8EA8-BB694F7D9ED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3D6A7EF-8D2E-4643-83F0-4A735827F21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6EAC1E9-3A8F-4B16-8F70-DF1A5967222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4346CFF8-25B2-4851-A223-53BAD88E7F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19882A13-8293-4676-8A76-E8CBD44E3A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A57EAC52-43F6-4A8E-83D3-853776896E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B446B7E3-920F-4982-8C06-2C4B6249A2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9"/>
          </p:nvPr>
        </p:nvSpPr>
        <p:spPr/>
        <p:txBody>
          <a:bodyPr/>
          <a:p>
            <a:fld id="{A8455313-0B22-42D4-8824-C97D3402FF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E84EE76E-54F0-410A-A4BA-36532F2F81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5"/>
          </p:nvPr>
        </p:nvSpPr>
        <p:spPr/>
        <p:txBody>
          <a:bodyPr/>
          <a:p>
            <a:fld id="{3663ADB4-EABE-4914-809B-FA9F59B48A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6C13098B-D2CB-4BE5-8CFC-1A9AF5F42F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B6D11020-4263-4692-B0FE-E928C01F7A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104B57B0-5ECB-4118-B4E8-9CDC9C8D5E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7"/>
          </p:nvPr>
        </p:nvSpPr>
        <p:spPr/>
        <p:txBody>
          <a:bodyPr/>
          <a:p>
            <a:fld id="{FA914363-63B6-4D19-B2B1-A50AC9BE55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0"/>
          </p:nvPr>
        </p:nvSpPr>
        <p:spPr/>
        <p:txBody>
          <a:bodyPr/>
          <a:p>
            <a:fld id="{E530F85B-BA35-4748-AF7B-6BE8D79BBE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3"/>
          </p:nvPr>
        </p:nvSpPr>
        <p:spPr/>
        <p:txBody>
          <a:bodyPr/>
          <a:p>
            <a:fld id="{660FDDF3-3C95-4D91-849E-C063BBF702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6"/>
          </p:nvPr>
        </p:nvSpPr>
        <p:spPr/>
        <p:txBody>
          <a:bodyPr/>
          <a:p>
            <a:fld id="{576D9E34-145E-4AA0-9C2E-D4744BB13B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9"/>
          </p:nvPr>
        </p:nvSpPr>
        <p:spPr/>
        <p:txBody>
          <a:bodyPr/>
          <a:p>
            <a:fld id="{DB9D9B8E-FA7D-4717-BA3C-B4F6C357DE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47C7D896-842B-46F9-9110-F4AB9DD94B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6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7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8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29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30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31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32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33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34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35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36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37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38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39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40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4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2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DC3194B-38F8-469A-A642-869FDA9CDC7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2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564E79D-4220-4F28-BBEA-40BA3A61265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6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F11A4FE-0A4B-4860-9967-7AF68782D28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6126C00-954B-44AE-9396-DCE4517A0EA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2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2B51FAA-CA16-48A1-AA25-FF55F620271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1A2CB4B-BC21-49A4-AC98-3E1FE8CB0A4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2545FCF-1A03-49F3-8BD5-1D03F47D775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AB79032-4B84-4634-8602-603D42E6B37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2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B06D476-8054-494F-BF8E-94125A0B834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2F635C5-C9C9-4A04-9880-AA99D774939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2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ftr" idx="10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sldNum" idx="10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7C32B6F-34D6-45E1-92A2-58E00AFFA87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dt" idx="10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ftr" idx="10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ldNum" idx="11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3269551-7E24-4660-92E0-22DBF227845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dt" idx="11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2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ftr" idx="11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11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00B335B-26B5-4A5B-A302-87BDEF6FD85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dt" idx="11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ftr" idx="11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ldNum" idx="11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E132C31-FE46-436F-9507-DB07B67057D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dt" idx="11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ftr" idx="11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ldNum" idx="11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E77CAE4-C75F-44EF-85B1-D9CC4060BCF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dt" idx="12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ftr" idx="12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sldNum" idx="12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BA098E9-52D3-4F83-8992-F72BB851408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dt" idx="12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hyperlink" Target="http://www.spec-india.com/" TargetMode="External"/><Relationship Id="rId6" Type="http://schemas.openxmlformats.org/officeDocument/2006/relationships/image" Target="../media/image5.wmf"/><Relationship Id="rId7" Type="http://schemas.openxmlformats.org/officeDocument/2006/relationships/slideLayout" Target="../slideLayouts/slideLayout1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3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3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3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3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3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3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6.wmf"/><Relationship Id="rId9" Type="http://schemas.openxmlformats.org/officeDocument/2006/relationships/image" Target="../media/image7.wmf"/><Relationship Id="rId10" Type="http://schemas.openxmlformats.org/officeDocument/2006/relationships/image" Target="../media/image8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6.wmf"/><Relationship Id="rId13" Type="http://schemas.openxmlformats.org/officeDocument/2006/relationships/image" Target="../media/image7.wmf"/><Relationship Id="rId14" Type="http://schemas.openxmlformats.org/officeDocument/2006/relationships/image" Target="../media/image8.wmf"/><Relationship Id="rId15" Type="http://schemas.openxmlformats.org/officeDocument/2006/relationships/hyperlink" Target="https://clutch.co/profile/spec-india" TargetMode="External"/><Relationship Id="rId16" Type="http://schemas.openxmlformats.org/officeDocument/2006/relationships/image" Target="../media/image9.png"/><Relationship Id="rId17" Type="http://schemas.openxmlformats.org/officeDocument/2006/relationships/hyperlink" Target="https://www.goodfirms.co/company/spec-india" TargetMode="External"/><Relationship Id="rId18" Type="http://schemas.openxmlformats.org/officeDocument/2006/relationships/image" Target="../media/image10.png"/><Relationship Id="rId19" Type="http://schemas.openxmlformats.org/officeDocument/2006/relationships/hyperlink" Target="https://g.page/r/CRApINeFYBWKEAE" TargetMode="External"/><Relationship Id="rId20" Type="http://schemas.openxmlformats.org/officeDocument/2006/relationships/image" Target="../media/image11.png"/><Relationship Id="rId21" Type="http://schemas.openxmlformats.org/officeDocument/2006/relationships/hyperlink" Target="https://www.ambitionbox.com/reviews/spec-india-reviews" TargetMode="External"/><Relationship Id="rId22" Type="http://schemas.openxmlformats.org/officeDocument/2006/relationships/image" Target="../media/image12.png"/><Relationship Id="rId23" Type="http://schemas.openxmlformats.org/officeDocument/2006/relationships/hyperlink" Target="https://www.glassdoor.co.in/Reviews/SPEC-INDIA-Reviews-E688018.htm" TargetMode="External"/><Relationship Id="rId24" Type="http://schemas.openxmlformats.org/officeDocument/2006/relationships/image" Target="../media/image13.png"/><Relationship Id="rId25" Type="http://schemas.openxmlformats.org/officeDocument/2006/relationships/hyperlink" Target="https://www.behance.net/specindia" TargetMode="External"/><Relationship Id="rId26" Type="http://schemas.openxmlformats.org/officeDocument/2006/relationships/image" Target="../media/image14.png"/><Relationship Id="rId27" Type="http://schemas.openxmlformats.org/officeDocument/2006/relationships/hyperlink" Target="https://dribbble.com/specindia" TargetMode="External"/><Relationship Id="rId28" Type="http://schemas.openxmlformats.org/officeDocument/2006/relationships/image" Target="../media/image15.png"/><Relationship Id="rId29" Type="http://schemas.openxmlformats.org/officeDocument/2006/relationships/hyperlink" Target="https://www.facebook.com/SPECINDIA.IT" TargetMode="External"/><Relationship Id="rId30" Type="http://schemas.openxmlformats.org/officeDocument/2006/relationships/image" Target="../media/image16.png"/><Relationship Id="rId31" Type="http://schemas.openxmlformats.org/officeDocument/2006/relationships/hyperlink" Target="https://www.linkedin.com/company/spec-india/mycompany/" TargetMode="External"/><Relationship Id="rId32" Type="http://schemas.openxmlformats.org/officeDocument/2006/relationships/image" Target="../media/image17.png"/><Relationship Id="rId33" Type="http://schemas.openxmlformats.org/officeDocument/2006/relationships/hyperlink" Target="https://twitter.com/infospec_india" TargetMode="External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image20.png"/><Relationship Id="rId37" Type="http://schemas.openxmlformats.org/officeDocument/2006/relationships/image" Target="../media/image20.png"/><Relationship Id="rId38" Type="http://schemas.openxmlformats.org/officeDocument/2006/relationships/image" Target="../media/image19.png"/><Relationship Id="rId39" Type="http://schemas.openxmlformats.org/officeDocument/2006/relationships/image" Target="../media/image20.png"/><Relationship Id="rId40" Type="http://schemas.openxmlformats.org/officeDocument/2006/relationships/hyperlink" Target="https://www.instagram.com/spec_india" TargetMode="External"/><Relationship Id="rId41" Type="http://schemas.openxmlformats.org/officeDocument/2006/relationships/image" Target="../media/image21.png"/><Relationship Id="rId42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8360" cy="622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90320" cy="177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90320" cy="48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313920" y="1536480"/>
            <a:ext cx="5221800" cy="120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br>
              <a:rPr sz="3000"/>
            </a:br>
            <a:br>
              <a:rPr sz="3000"/>
            </a:br>
            <a:r>
              <a:rPr b="1" lang="en-US" sz="3000" spc="11" strike="noStrike" u="none">
                <a:solidFill>
                  <a:srgbClr val="5983b0"/>
                </a:solidFill>
                <a:effectLst/>
                <a:uFillTx/>
                <a:latin typeface="Roboto"/>
                <a:ea typeface="Roboto"/>
              </a:rPr>
              <a:t>Hanwha Vision</a:t>
            </a:r>
            <a:br>
              <a:rPr sz="3000"/>
            </a:b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16</a:t>
            </a:r>
            <a:r>
              <a:rPr b="1" lang="en-US" sz="30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th Jul’25 – 31st Jul’25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5" name="Straight Connector 6"/>
          <p:cNvCxnSpPr/>
          <p:nvPr/>
        </p:nvCxnSpPr>
        <p:spPr>
          <a:xfrm>
            <a:off x="364320" y="2859480"/>
            <a:ext cx="4955040" cy="180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196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70080" cy="10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Picture 4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509400" y="382320"/>
            <a:ext cx="1776240" cy="53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 Box 2"/>
          <p:cNvSpPr/>
          <p:nvPr/>
        </p:nvSpPr>
        <p:spPr>
          <a:xfrm>
            <a:off x="3522960" y="2935440"/>
            <a:ext cx="2311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11" strike="noStrike" u="non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Bhavika Rafaliya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4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6840" cy="33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1" name="Straight Connector 8"/>
          <p:cNvCxnSpPr/>
          <p:nvPr/>
        </p:nvCxnSpPr>
        <p:spPr>
          <a:xfrm>
            <a:off x="335880" y="6222960"/>
            <a:ext cx="11521800" cy="18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02" name="TextBox 12"/>
          <p:cNvSpPr/>
          <p:nvPr/>
        </p:nvSpPr>
        <p:spPr>
          <a:xfrm>
            <a:off x="326520" y="6380280"/>
            <a:ext cx="40680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7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4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Subtitle 2"/>
          <p:cNvSpPr/>
          <p:nvPr/>
        </p:nvSpPr>
        <p:spPr>
          <a:xfrm>
            <a:off x="4835880" y="6443640"/>
            <a:ext cx="25182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3"/>
          <p:cNvSpPr/>
          <p:nvPr/>
        </p:nvSpPr>
        <p:spPr>
          <a:xfrm>
            <a:off x="448920" y="1262880"/>
            <a:ext cx="9156240" cy="29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Bhavika Rafaliya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Parth Jotangiya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Jayendra makwana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Hasti Tilva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Rashmi Patel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Hiten Parmar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Adnan Mansuri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4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346120" cy="33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Highlights of the work in two weeks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9" name="Straight Connector 8"/>
          <p:cNvCxnSpPr/>
          <p:nvPr/>
        </p:nvCxnSpPr>
        <p:spPr>
          <a:xfrm>
            <a:off x="335880" y="6222960"/>
            <a:ext cx="11521800" cy="18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10" name="Rectangle 7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Subtitle 2"/>
          <p:cNvSpPr/>
          <p:nvPr/>
        </p:nvSpPr>
        <p:spPr>
          <a:xfrm>
            <a:off x="4835880" y="6443640"/>
            <a:ext cx="25182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5"/>
          <p:cNvSpPr/>
          <p:nvPr/>
        </p:nvSpPr>
        <p:spPr>
          <a:xfrm>
            <a:off x="448920" y="807480"/>
            <a:ext cx="11405520" cy="54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Hanwha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generating PDF automatically via scheduled cron job.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Checked the logic and count mismatch issue for people in/out widget.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Made changes in API for zone wise people count and new vs total visitor widget.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advanced pdf changes (Add header and table at top).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Replace .svg images with .webp in widget preview for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(Light theme).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dark theme changes.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Added preview images for dark theme.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Made dark theme changes for report.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Added current time in header and version at bottom of sidebar.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advanced report changes (images not visible properly in chart and 1x1 widget).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4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6840" cy="33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Roadblocks / issues if any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6" name="Straight Connector 8"/>
          <p:cNvCxnSpPr/>
          <p:nvPr/>
        </p:nvCxnSpPr>
        <p:spPr>
          <a:xfrm>
            <a:off x="335880" y="6222960"/>
            <a:ext cx="11521800" cy="18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17" name="TextBox 12"/>
          <p:cNvSpPr/>
          <p:nvPr/>
        </p:nvSpPr>
        <p:spPr>
          <a:xfrm>
            <a:off x="326520" y="6380280"/>
            <a:ext cx="40680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7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9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Subtitle 2"/>
          <p:cNvSpPr/>
          <p:nvPr/>
        </p:nvSpPr>
        <p:spPr>
          <a:xfrm>
            <a:off x="4835880" y="6443640"/>
            <a:ext cx="25182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5"/>
          <p:cNvSpPr/>
          <p:nvPr/>
        </p:nvSpPr>
        <p:spPr>
          <a:xfrm>
            <a:off x="440640" y="1352520"/>
            <a:ext cx="11405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4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7476840" cy="65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Improvement Points Identified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4" name="Straight Connector 8"/>
          <p:cNvCxnSpPr/>
          <p:nvPr/>
        </p:nvCxnSpPr>
        <p:spPr>
          <a:xfrm>
            <a:off x="335880" y="6222960"/>
            <a:ext cx="11521800" cy="18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25" name="TextBox 12"/>
          <p:cNvSpPr/>
          <p:nvPr/>
        </p:nvSpPr>
        <p:spPr>
          <a:xfrm>
            <a:off x="326520" y="6380280"/>
            <a:ext cx="40680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7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2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Subtitle 2"/>
          <p:cNvSpPr/>
          <p:nvPr/>
        </p:nvSpPr>
        <p:spPr>
          <a:xfrm>
            <a:off x="4835880" y="6443640"/>
            <a:ext cx="25182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5"/>
          <p:cNvSpPr/>
          <p:nvPr/>
        </p:nvSpPr>
        <p:spPr>
          <a:xfrm>
            <a:off x="448560" y="1325160"/>
            <a:ext cx="1140552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4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11346120" cy="65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Any New Problem Statement Seen / Identified * If any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2" name="Straight Connector 8"/>
          <p:cNvCxnSpPr/>
          <p:nvPr/>
        </p:nvCxnSpPr>
        <p:spPr>
          <a:xfrm>
            <a:off x="335880" y="6222960"/>
            <a:ext cx="11521800" cy="18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33" name="TextBox 12"/>
          <p:cNvSpPr/>
          <p:nvPr/>
        </p:nvSpPr>
        <p:spPr>
          <a:xfrm>
            <a:off x="326520" y="6380280"/>
            <a:ext cx="40680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7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35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Subtitle 2"/>
          <p:cNvSpPr/>
          <p:nvPr/>
        </p:nvSpPr>
        <p:spPr>
          <a:xfrm>
            <a:off x="4835880" y="6443640"/>
            <a:ext cx="25182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3"/>
          <p:cNvSpPr/>
          <p:nvPr/>
        </p:nvSpPr>
        <p:spPr>
          <a:xfrm>
            <a:off x="448560" y="1325160"/>
            <a:ext cx="11405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4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292840" cy="33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Achievements/Extra mile of the week * if any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0" name="Straight Connector 8"/>
          <p:cNvCxnSpPr/>
          <p:nvPr/>
        </p:nvCxnSpPr>
        <p:spPr>
          <a:xfrm>
            <a:off x="335880" y="6222960"/>
            <a:ext cx="11521800" cy="18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41" name="TextBox 12"/>
          <p:cNvSpPr/>
          <p:nvPr/>
        </p:nvSpPr>
        <p:spPr>
          <a:xfrm>
            <a:off x="326520" y="6380280"/>
            <a:ext cx="40680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7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43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Subtitle 2"/>
          <p:cNvSpPr/>
          <p:nvPr/>
        </p:nvSpPr>
        <p:spPr>
          <a:xfrm>
            <a:off x="4835880" y="6443640"/>
            <a:ext cx="25182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3"/>
          <p:cNvSpPr/>
          <p:nvPr/>
        </p:nvSpPr>
        <p:spPr>
          <a:xfrm>
            <a:off x="448560" y="1225800"/>
            <a:ext cx="114055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8360" cy="622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7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90320" cy="177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1800" cy="102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000" spc="11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b="1" lang="en-US" sz="3000" spc="11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1800" cy="6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0" name="Straight Connector 6"/>
          <p:cNvCxnSpPr/>
          <p:nvPr/>
        </p:nvCxnSpPr>
        <p:spPr>
          <a:xfrm>
            <a:off x="524880" y="1622160"/>
            <a:ext cx="4322160" cy="180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251" name="Straight Connector 5"/>
          <p:cNvCxnSpPr/>
          <p:nvPr/>
        </p:nvCxnSpPr>
        <p:spPr>
          <a:xfrm>
            <a:off x="335880" y="6301080"/>
            <a:ext cx="11521800" cy="180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252" name="TextBox 9"/>
          <p:cNvSpPr/>
          <p:nvPr/>
        </p:nvSpPr>
        <p:spPr>
          <a:xfrm>
            <a:off x="135720" y="6384600"/>
            <a:ext cx="388476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ubtitle 2"/>
          <p:cNvSpPr/>
          <p:nvPr/>
        </p:nvSpPr>
        <p:spPr>
          <a:xfrm>
            <a:off x="457560" y="2609640"/>
            <a:ext cx="233928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11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ubtitle 2"/>
          <p:cNvSpPr/>
          <p:nvPr/>
        </p:nvSpPr>
        <p:spPr>
          <a:xfrm>
            <a:off x="2798640" y="2609640"/>
            <a:ext cx="233928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ubtitle 2"/>
          <p:cNvSpPr/>
          <p:nvPr/>
        </p:nvSpPr>
        <p:spPr>
          <a:xfrm>
            <a:off x="7244280" y="796680"/>
            <a:ext cx="369828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ubtitle 2"/>
          <p:cNvSpPr/>
          <p:nvPr/>
        </p:nvSpPr>
        <p:spPr>
          <a:xfrm>
            <a:off x="7581240" y="1292040"/>
            <a:ext cx="3698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11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7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ubtitle 2"/>
          <p:cNvSpPr/>
          <p:nvPr/>
        </p:nvSpPr>
        <p:spPr>
          <a:xfrm>
            <a:off x="7581240" y="1687680"/>
            <a:ext cx="3698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ubtitle 2"/>
          <p:cNvSpPr/>
          <p:nvPr/>
        </p:nvSpPr>
        <p:spPr>
          <a:xfrm>
            <a:off x="7581240" y="2083320"/>
            <a:ext cx="36982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9" name="Straight Connector 12"/>
          <p:cNvCxnSpPr/>
          <p:nvPr/>
        </p:nvCxnSpPr>
        <p:spPr>
          <a:xfrm>
            <a:off x="7326720" y="1179720"/>
            <a:ext cx="3070080" cy="180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260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1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Subtitle 2"/>
          <p:cNvSpPr/>
          <p:nvPr/>
        </p:nvSpPr>
        <p:spPr>
          <a:xfrm>
            <a:off x="7244280" y="2842200"/>
            <a:ext cx="369828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ubtitle 2"/>
          <p:cNvSpPr/>
          <p:nvPr/>
        </p:nvSpPr>
        <p:spPr>
          <a:xfrm>
            <a:off x="7581240" y="3337560"/>
            <a:ext cx="3698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ubtitle 2"/>
          <p:cNvSpPr/>
          <p:nvPr/>
        </p:nvSpPr>
        <p:spPr>
          <a:xfrm>
            <a:off x="7581240" y="3733200"/>
            <a:ext cx="3698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ubtitle 2"/>
          <p:cNvSpPr/>
          <p:nvPr/>
        </p:nvSpPr>
        <p:spPr>
          <a:xfrm>
            <a:off x="7581240" y="4128480"/>
            <a:ext cx="3698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7" name="Straight Connector 24"/>
          <p:cNvCxnSpPr/>
          <p:nvPr/>
        </p:nvCxnSpPr>
        <p:spPr>
          <a:xfrm>
            <a:off x="7326720" y="3224880"/>
            <a:ext cx="3070080" cy="180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268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0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Picture 39" descr="Logo&#10;&#10;Description automatically generated">
            <a:hlinkClick r:id="rId15"/>
          </p:cNvPr>
          <p:cNvPicPr/>
          <p:nvPr/>
        </p:nvPicPr>
        <p:blipFill>
          <a:blip r:embed="rId16"/>
          <a:stretch/>
        </p:blipFill>
        <p:spPr>
          <a:xfrm>
            <a:off x="2600280" y="5526000"/>
            <a:ext cx="88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Picture 41" descr="A picture containing text, clipart&#10;&#10;Description automatically generated">
            <a:hlinkClick r:id="rId17"/>
          </p:cNvPr>
          <p:cNvPicPr/>
          <p:nvPr/>
        </p:nvPicPr>
        <p:blipFill>
          <a:blip r:embed="rId18"/>
          <a:stretch/>
        </p:blipFill>
        <p:spPr>
          <a:xfrm>
            <a:off x="3831120" y="5544000"/>
            <a:ext cx="1510200" cy="21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Picture 43" descr="A picture containing text, clipart&#10;&#10;Description automatically generated">
            <a:hlinkClick r:id="rId19"/>
          </p:cNvPr>
          <p:cNvPicPr/>
          <p:nvPr/>
        </p:nvPicPr>
        <p:blipFill>
          <a:blip r:embed="rId20"/>
          <a:stretch/>
        </p:blipFill>
        <p:spPr>
          <a:xfrm>
            <a:off x="5692320" y="5526000"/>
            <a:ext cx="76464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Picture 45" descr="A picture containing text, clipart&#10;&#10;Description automatically generated">
            <a:hlinkClick r:id="rId21"/>
          </p:cNvPr>
          <p:cNvPicPr/>
          <p:nvPr/>
        </p:nvPicPr>
        <p:blipFill>
          <a:blip r:embed="rId22"/>
          <a:stretch/>
        </p:blipFill>
        <p:spPr>
          <a:xfrm>
            <a:off x="6807960" y="5526000"/>
            <a:ext cx="128124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5" name="Picture 47" descr="A picture containing text, transport, clipart, wheel&#10;&#10;Description automatically generated">
            <a:hlinkClick r:id="rId23"/>
          </p:cNvPr>
          <p:cNvPicPr/>
          <p:nvPr/>
        </p:nvPicPr>
        <p:blipFill>
          <a:blip r:embed="rId24"/>
          <a:stretch/>
        </p:blipFill>
        <p:spPr>
          <a:xfrm>
            <a:off x="8439840" y="5544000"/>
            <a:ext cx="1150200" cy="21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6" name="Picture 13" descr="Shape&#10;&#10;Description automatically generated">
            <a:hlinkClick r:id="rId25"/>
          </p:cNvPr>
          <p:cNvPicPr/>
          <p:nvPr/>
        </p:nvPicPr>
        <p:blipFill>
          <a:blip r:embed="rId26"/>
          <a:stretch/>
        </p:blipFill>
        <p:spPr>
          <a:xfrm>
            <a:off x="11627280" y="64292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Picture 29" descr="A picture containing clipart&#10;&#10;Description automatically generated">
            <a:hlinkClick r:id="rId27"/>
          </p:cNvPr>
          <p:cNvPicPr/>
          <p:nvPr/>
        </p:nvPicPr>
        <p:blipFill>
          <a:blip r:embed="rId28"/>
          <a:stretch/>
        </p:blipFill>
        <p:spPr>
          <a:xfrm>
            <a:off x="11257560" y="64292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Picture 31" descr="A picture containing text, clipart&#10;&#10;Description automatically generated">
            <a:hlinkClick r:id="rId29"/>
          </p:cNvPr>
          <p:cNvPicPr/>
          <p:nvPr/>
        </p:nvPicPr>
        <p:blipFill>
          <a:blip r:embed="rId30"/>
          <a:stretch/>
        </p:blipFill>
        <p:spPr>
          <a:xfrm>
            <a:off x="9777600" y="64292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9" name="Picture 35" descr="A picture containing text, clipart&#10;&#10;Description automatically generated">
            <a:hlinkClick r:id="rId31"/>
          </p:cNvPr>
          <p:cNvPicPr/>
          <p:nvPr/>
        </p:nvPicPr>
        <p:blipFill>
          <a:blip r:embed="rId32"/>
          <a:stretch/>
        </p:blipFill>
        <p:spPr>
          <a:xfrm>
            <a:off x="10147320" y="64292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0" name="Picture 37" descr="A picture containing clipart&#10;&#10;Description automatically generated">
            <a:hlinkClick r:id="rId33"/>
          </p:cNvPr>
          <p:cNvPicPr/>
          <p:nvPr/>
        </p:nvPicPr>
        <p:blipFill>
          <a:blip r:embed="rId34"/>
          <a:stretch/>
        </p:blipFill>
        <p:spPr>
          <a:xfrm>
            <a:off x="10517400" y="64292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1" name="Picture 40" descr="A picture containing text, clipart&#10;&#10;Description automatically generated"/>
          <p:cNvPicPr/>
          <p:nvPr/>
        </p:nvPicPr>
        <p:blipFill>
          <a:blip r:embed="rId35"/>
          <a:stretch/>
        </p:blipFill>
        <p:spPr>
          <a:xfrm>
            <a:off x="6960240" y="5863680"/>
            <a:ext cx="975960" cy="15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Picture 44" descr="A picture containing text, clipart&#10;&#10;Description automatically generated"/>
          <p:cNvPicPr/>
          <p:nvPr/>
        </p:nvPicPr>
        <p:blipFill>
          <a:blip r:embed="rId36"/>
          <a:stretch/>
        </p:blipFill>
        <p:spPr>
          <a:xfrm>
            <a:off x="8526960" y="5851440"/>
            <a:ext cx="975960" cy="15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3" name="Picture 46" descr="A picture containing text, clipart&#10;&#10;Description automatically generated"/>
          <p:cNvPicPr/>
          <p:nvPr/>
        </p:nvPicPr>
        <p:blipFill>
          <a:blip r:embed="rId37"/>
          <a:stretch/>
        </p:blipFill>
        <p:spPr>
          <a:xfrm>
            <a:off x="5586480" y="5851440"/>
            <a:ext cx="975960" cy="15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Picture 49" descr="A picture containing text, clipart&#10;&#10;Description automatically generated"/>
          <p:cNvPicPr/>
          <p:nvPr/>
        </p:nvPicPr>
        <p:blipFill>
          <a:blip r:embed="rId38"/>
          <a:stretch/>
        </p:blipFill>
        <p:spPr>
          <a:xfrm>
            <a:off x="4098240" y="5863680"/>
            <a:ext cx="975960" cy="15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5" name="Picture 50" descr="A picture containing text, clipart&#10;&#10;Description automatically generated"/>
          <p:cNvPicPr/>
          <p:nvPr/>
        </p:nvPicPr>
        <p:blipFill>
          <a:blip r:embed="rId39"/>
          <a:stretch/>
        </p:blipFill>
        <p:spPr>
          <a:xfrm>
            <a:off x="2580480" y="5858280"/>
            <a:ext cx="975960" cy="15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6" name="Picture 52" descr="A picture containing text, clipart&#10;&#10;Description automatically generated">
            <a:hlinkClick r:id="rId40"/>
          </p:cNvPr>
          <p:cNvPicPr/>
          <p:nvPr/>
        </p:nvPicPr>
        <p:blipFill>
          <a:blip r:embed="rId41"/>
          <a:stretch/>
        </p:blipFill>
        <p:spPr>
          <a:xfrm>
            <a:off x="10887480" y="642852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87" name="Straight Connector 58"/>
          <p:cNvCxnSpPr/>
          <p:nvPr/>
        </p:nvCxnSpPr>
        <p:spPr>
          <a:xfrm>
            <a:off x="2580120" y="2716200"/>
            <a:ext cx="1800" cy="52164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</TotalTime>
  <Application>LibreOffice/25.2.4.3$Windows_X86_64 LibreOffice_project/33e196637044ead23f5c3226cde09b47731f7e27</Application>
  <AppVersion>15.0000</AppVersion>
  <Words>1563</Words>
  <Paragraphs>103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2023-01-02T08:33:00Z</dcterms:created>
  <dc:creator>Amar Chuhan</dc:creator>
  <dc:description/>
  <dc:language>en-US</dc:language>
  <cp:lastModifiedBy/>
  <dcterms:modified xsi:type="dcterms:W3CDTF">2025-08-05T13:24:13Z</dcterms:modified>
  <cp:revision>1151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9A7B2CF197124D94BFFD227BF1DE50AA_12</vt:lpwstr>
  </property>
  <property fmtid="{D5CDD505-2E9C-101B-9397-08002B2CF9AE}" pid="3" name="KSOProductBuildVer">
    <vt:lpwstr>1033-12.2.0.20795</vt:lpwstr>
  </property>
  <property fmtid="{D5CDD505-2E9C-101B-9397-08002B2CF9AE}" pid="4" name="Notes">
    <vt:i4>4</vt:i4>
  </property>
  <property fmtid="{D5CDD505-2E9C-101B-9397-08002B2CF9AE}" pid="5" name="PresentationFormat">
    <vt:lpwstr>Widescreen</vt:lpwstr>
  </property>
  <property fmtid="{D5CDD505-2E9C-101B-9397-08002B2CF9AE}" pid="6" name="Slides">
    <vt:i4>8</vt:i4>
  </property>
</Properties>
</file>