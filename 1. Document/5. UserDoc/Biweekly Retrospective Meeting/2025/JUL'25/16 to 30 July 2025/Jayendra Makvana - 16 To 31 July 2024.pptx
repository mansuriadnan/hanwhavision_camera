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953001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July’25 – 31</a:t>
            </a:r>
            <a:r>
              <a:rPr lang="en-US" sz="3000" b="1" spc="1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July’25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9867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227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spc="-1" dirty="0">
                <a:solidFill>
                  <a:srgbClr val="000000"/>
                </a:solidFill>
              </a:rPr>
              <a:t>Allocated</a:t>
            </a:r>
            <a:r>
              <a:rPr lang="en-US" sz="1600" spc="-1" dirty="0">
                <a:solidFill>
                  <a:srgbClr val="000000"/>
                </a:solidFill>
              </a:rPr>
              <a:t> all pending </a:t>
            </a:r>
            <a:r>
              <a:rPr lang="en-US" sz="1600" b="1" spc="-1" dirty="0">
                <a:solidFill>
                  <a:srgbClr val="000000"/>
                </a:solidFill>
              </a:rPr>
              <a:t>tasks</a:t>
            </a:r>
            <a:r>
              <a:rPr lang="en-US" sz="1600" spc="-1" dirty="0">
                <a:solidFill>
                  <a:srgbClr val="000000"/>
                </a:solidFill>
              </a:rPr>
              <a:t> to team members.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Continue widget testing and prepare a detailed bug list along with possible solutions.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Continue application testing and work with team members to fix the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Code review comments that have been added to the assigned tasks.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Test the application thoroughly and fix the identified issues.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Discussion with team members regarding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Tasks and doubts.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7CCB2-E6AD-A05C-49CE-FFFD0EF41A8F}"/>
              </a:ext>
            </a:extLst>
          </p:cNvPr>
          <p:cNvSpPr txBox="1"/>
          <p:nvPr/>
        </p:nvSpPr>
        <p:spPr>
          <a:xfrm>
            <a:off x="392365" y="1337459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 practice of </a:t>
            </a:r>
            <a:r>
              <a:rPr lang="en-US" sz="1400" b="1" dirty="0"/>
              <a:t>unit testing</a:t>
            </a:r>
            <a:r>
              <a:rPr lang="en-US" sz="1400" dirty="0"/>
              <a:t> and </a:t>
            </a:r>
            <a:r>
              <a:rPr lang="en-US" sz="1400" b="1" dirty="0"/>
              <a:t>peer code review</a:t>
            </a:r>
            <a:r>
              <a:rPr lang="en-US" sz="1400" dirty="0"/>
              <a:t> has been </a:t>
            </a:r>
            <a:r>
              <a:rPr lang="en-US" sz="1400" b="1" dirty="0"/>
              <a:t>discontinued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6082</TotalTime>
  <Words>299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16th July’25 – 31st July’25</vt:lpstr>
      <vt:lpstr>Meeting Participants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Jayendra Makwana</cp:lastModifiedBy>
  <cp:revision>531</cp:revision>
  <dcterms:created xsi:type="dcterms:W3CDTF">2023-01-02T08:33:04Z</dcterms:created>
  <dcterms:modified xsi:type="dcterms:W3CDTF">2025-09-24T09:57:10Z</dcterms:modified>
</cp:coreProperties>
</file>