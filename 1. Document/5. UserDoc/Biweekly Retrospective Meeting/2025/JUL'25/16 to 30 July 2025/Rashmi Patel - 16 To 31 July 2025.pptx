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_rels/slideMaster40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4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2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30.xml.rels" ContentType="application/vnd.openxmlformats-package.relationships+xml"/>
  <Override PartName="/ppt/slideMasters/_rels/slideMaster31.xml.rels" ContentType="application/vnd.openxmlformats-package.relationships+xml"/>
  <Override PartName="/ppt/slideMasters/_rels/slideMaster32.xml.rels" ContentType="application/vnd.openxmlformats-package.relationships+xml"/>
  <Override PartName="/ppt/slideMasters/_rels/slideMaster33.xml.rels" ContentType="application/vnd.openxmlformats-package.relationships+xml"/>
  <Override PartName="/ppt/slideMasters/_rels/slideMaster34.xml.rels" ContentType="application/vnd.openxmlformats-package.relationships+xml"/>
  <Override PartName="/ppt/slideMasters/_rels/slideMaster35.xml.rels" ContentType="application/vnd.openxmlformats-package.relationships+xml"/>
  <Override PartName="/ppt/slideMasters/_rels/slideMaster36.xml.rels" ContentType="application/vnd.openxmlformats-package.relationships+xml"/>
  <Override PartName="/ppt/slideMasters/_rels/slideMaster37.xml.rels" ContentType="application/vnd.openxmlformats-package.relationships+xml"/>
  <Override PartName="/ppt/slideMasters/_rels/slideMaster38.xml.rels" ContentType="application/vnd.openxmlformats-package.relationships+xml"/>
  <Override PartName="/ppt/slideMasters/_rels/slideMaster39.xml.rels" ContentType="application/vnd.openxmlformats-package.relationships+xml"/>
  <Override PartName="/ppt/slideMasters/_rels/slideMaster43.xml.rels" ContentType="application/vnd.openxmlformats-package.relationships+xml"/>
  <Override PartName="/ppt/slideMasters/_rels/slideMaster44.xml.rels" ContentType="application/vnd.openxmlformats-package.relationships+xml"/>
  <Override PartName="/ppt/slideMasters/_rels/slideMaster45.xml.rels" ContentType="application/vnd.openxmlformats-package.relationships+xml"/>
  <Override PartName="/ppt/slideMasters/_rels/slideMaster46.xml.rels" ContentType="application/vnd.openxmlformats-package.relationships+xml"/>
  <Override PartName="/ppt/slideMasters/_rels/slideMaster47.xml.rels" ContentType="application/vnd.openxmlformats-package.relationships+xml"/>
  <Override PartName="/ppt/theme/theme26.xml" ContentType="application/vnd.openxmlformats-officedocument.theme+xml"/>
  <Override PartName="/ppt/theme/theme1.xml" ContentType="application/vnd.openxmlformats-officedocument.theme+xml"/>
  <Override PartName="/ppt/theme/theme27.xml" ContentType="application/vnd.openxmlformats-officedocument.theme+xml"/>
  <Override PartName="/ppt/theme/theme2.xml" ContentType="application/vnd.openxmlformats-officedocument.theme+xml"/>
  <Override PartName="/ppt/theme/theme28.xml" ContentType="application/vnd.openxmlformats-officedocument.theme+xml"/>
  <Override PartName="/ppt/theme/theme3.xml" ContentType="application/vnd.openxmlformats-officedocument.theme+xml"/>
  <Override PartName="/ppt/theme/theme29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30.xml" ContentType="application/vnd.openxmlformats-officedocument.theme+xml"/>
  <Override PartName="/ppt/theme/theme31.xml" ContentType="application/vnd.openxmlformats-officedocument.theme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theme/theme35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_rels/slideLayout3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5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presProps.xml" ContentType="application/vnd.openxmlformats-officedocument.presentationml.presProps+xml"/>
  <Override PartName="/ppt/media/image1.wmf" ContentType="image/x-wmf"/>
  <Override PartName="/ppt/media/image2.wmf" ContentType="image/x-wmf"/>
  <Override PartName="/ppt/media/image3.png" ContentType="image/png"/>
  <Override PartName="/ppt/media/image4.wmf" ContentType="image/x-wmf"/>
  <Override PartName="/ppt/media/image5.wmf" ContentType="image/x-wmf"/>
  <Override PartName="/ppt/media/image6.wmf" ContentType="image/x-wmf"/>
  <Override PartName="/ppt/media/image7.wmf" ContentType="image/x-wmf"/>
  <Override PartName="/ppt/media/image8.wmf" ContentType="image/x-wmf"/>
  <Override PartName="/ppt/media/image9.png" ContentType="image/png"/>
  <Override PartName="/ppt/media/image10.png" ContentType="image/png"/>
  <Override PartName="/ppt/media/image11.png" ContentType="image/png"/>
  <Override PartName="/ppt/media/image12.png" ContentType="image/png"/>
  <Override PartName="/ppt/media/image13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72" r:id="rId5"/>
    <p:sldMasterId id="2147483674" r:id="rId6"/>
    <p:sldMasterId id="2147483676" r:id="rId7"/>
    <p:sldMasterId id="2147483678" r:id="rId8"/>
    <p:sldMasterId id="2147483680" r:id="rId9"/>
    <p:sldMasterId id="2147483682" r:id="rId10"/>
    <p:sldMasterId id="2147483684" r:id="rId11"/>
    <p:sldMasterId id="2147483686" r:id="rId12"/>
    <p:sldMasterId id="2147483688" r:id="rId13"/>
    <p:sldMasterId id="2147483690" r:id="rId14"/>
    <p:sldMasterId id="2147483692" r:id="rId15"/>
    <p:sldMasterId id="2147483694" r:id="rId16"/>
    <p:sldMasterId id="2147483696" r:id="rId17"/>
    <p:sldMasterId id="2147483698" r:id="rId18"/>
    <p:sldMasterId id="2147483700" r:id="rId19"/>
    <p:sldMasterId id="2147483702" r:id="rId20"/>
    <p:sldMasterId id="2147483704" r:id="rId21"/>
    <p:sldMasterId id="2147483706" r:id="rId22"/>
    <p:sldMasterId id="2147483708" r:id="rId23"/>
    <p:sldMasterId id="2147483710" r:id="rId24"/>
    <p:sldMasterId id="2147483712" r:id="rId25"/>
    <p:sldMasterId id="2147483714" r:id="rId26"/>
    <p:sldMasterId id="2147483716" r:id="rId27"/>
    <p:sldMasterId id="2147483718" r:id="rId28"/>
    <p:sldMasterId id="2147483720" r:id="rId29"/>
    <p:sldMasterId id="2147483722" r:id="rId30"/>
    <p:sldMasterId id="2147483724" r:id="rId31"/>
    <p:sldMasterId id="2147483726" r:id="rId32"/>
    <p:sldMasterId id="2147483728" r:id="rId33"/>
    <p:sldMasterId id="2147483730" r:id="rId34"/>
    <p:sldMasterId id="2147483732" r:id="rId35"/>
    <p:sldMasterId id="2147483734" r:id="rId36"/>
  </p:sldMasterIdLst>
  <p:sldIdLst>
    <p:sldId id="256" r:id="rId37"/>
    <p:sldId id="257" r:id="rId38"/>
    <p:sldId id="258" r:id="rId39"/>
    <p:sldId id="259" r:id="rId40"/>
    <p:sldId id="260" r:id="rId41"/>
    <p:sldId id="261" r:id="rId42"/>
    <p:sldId id="262" r:id="rId43"/>
    <p:sldId id="263" r:id="rId44"/>
    <p:sldId id="264" r:id="rId45"/>
    <p:sldId id="265" r:id="rId46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16.xml"/><Relationship Id="rId6" Type="http://schemas.openxmlformats.org/officeDocument/2006/relationships/slideMaster" Target="slideMasters/slideMaster17.xml"/><Relationship Id="rId7" Type="http://schemas.openxmlformats.org/officeDocument/2006/relationships/slideMaster" Target="slideMasters/slideMaster18.xml"/><Relationship Id="rId8" Type="http://schemas.openxmlformats.org/officeDocument/2006/relationships/slideMaster" Target="slideMasters/slideMaster19.xml"/><Relationship Id="rId9" Type="http://schemas.openxmlformats.org/officeDocument/2006/relationships/slideMaster" Target="slideMasters/slideMaster20.xml"/><Relationship Id="rId10" Type="http://schemas.openxmlformats.org/officeDocument/2006/relationships/slideMaster" Target="slideMasters/slideMaster21.xml"/><Relationship Id="rId11" Type="http://schemas.openxmlformats.org/officeDocument/2006/relationships/slideMaster" Target="slideMasters/slideMaster22.xml"/><Relationship Id="rId12" Type="http://schemas.openxmlformats.org/officeDocument/2006/relationships/slideMaster" Target="slideMasters/slideMaster23.xml"/><Relationship Id="rId13" Type="http://schemas.openxmlformats.org/officeDocument/2006/relationships/slideMaster" Target="slideMasters/slideMaster24.xml"/><Relationship Id="rId14" Type="http://schemas.openxmlformats.org/officeDocument/2006/relationships/slideMaster" Target="slideMasters/slideMaster25.xml"/><Relationship Id="rId15" Type="http://schemas.openxmlformats.org/officeDocument/2006/relationships/slideMaster" Target="slideMasters/slideMaster26.xml"/><Relationship Id="rId16" Type="http://schemas.openxmlformats.org/officeDocument/2006/relationships/slideMaster" Target="slideMasters/slideMaster27.xml"/><Relationship Id="rId17" Type="http://schemas.openxmlformats.org/officeDocument/2006/relationships/slideMaster" Target="slideMasters/slideMaster28.xml"/><Relationship Id="rId18" Type="http://schemas.openxmlformats.org/officeDocument/2006/relationships/slideMaster" Target="slideMasters/slideMaster29.xml"/><Relationship Id="rId19" Type="http://schemas.openxmlformats.org/officeDocument/2006/relationships/slideMaster" Target="slideMasters/slideMaster30.xml"/><Relationship Id="rId20" Type="http://schemas.openxmlformats.org/officeDocument/2006/relationships/slideMaster" Target="slideMasters/slideMaster31.xml"/><Relationship Id="rId21" Type="http://schemas.openxmlformats.org/officeDocument/2006/relationships/slideMaster" Target="slideMasters/slideMaster32.xml"/><Relationship Id="rId22" Type="http://schemas.openxmlformats.org/officeDocument/2006/relationships/slideMaster" Target="slideMasters/slideMaster33.xml"/><Relationship Id="rId23" Type="http://schemas.openxmlformats.org/officeDocument/2006/relationships/slideMaster" Target="slideMasters/slideMaster34.xml"/><Relationship Id="rId24" Type="http://schemas.openxmlformats.org/officeDocument/2006/relationships/slideMaster" Target="slideMasters/slideMaster35.xml"/><Relationship Id="rId25" Type="http://schemas.openxmlformats.org/officeDocument/2006/relationships/slideMaster" Target="slideMasters/slideMaster36.xml"/><Relationship Id="rId26" Type="http://schemas.openxmlformats.org/officeDocument/2006/relationships/slideMaster" Target="slideMasters/slideMaster37.xml"/><Relationship Id="rId27" Type="http://schemas.openxmlformats.org/officeDocument/2006/relationships/slideMaster" Target="slideMasters/slideMaster38.xml"/><Relationship Id="rId28" Type="http://schemas.openxmlformats.org/officeDocument/2006/relationships/slideMaster" Target="slideMasters/slideMaster39.xml"/><Relationship Id="rId29" Type="http://schemas.openxmlformats.org/officeDocument/2006/relationships/slideMaster" Target="slideMasters/slideMaster40.xml"/><Relationship Id="rId30" Type="http://schemas.openxmlformats.org/officeDocument/2006/relationships/slideMaster" Target="slideMasters/slideMaster41.xml"/><Relationship Id="rId31" Type="http://schemas.openxmlformats.org/officeDocument/2006/relationships/slideMaster" Target="slideMasters/slideMaster42.xml"/><Relationship Id="rId32" Type="http://schemas.openxmlformats.org/officeDocument/2006/relationships/slideMaster" Target="slideMasters/slideMaster43.xml"/><Relationship Id="rId33" Type="http://schemas.openxmlformats.org/officeDocument/2006/relationships/slideMaster" Target="slideMasters/slideMaster44.xml"/><Relationship Id="rId34" Type="http://schemas.openxmlformats.org/officeDocument/2006/relationships/slideMaster" Target="slideMasters/slideMaster45.xml"/><Relationship Id="rId35" Type="http://schemas.openxmlformats.org/officeDocument/2006/relationships/slideMaster" Target="slideMasters/slideMaster46.xml"/><Relationship Id="rId36" Type="http://schemas.openxmlformats.org/officeDocument/2006/relationships/slideMaster" Target="slideMasters/slideMaster47.xml"/><Relationship Id="rId37" Type="http://schemas.openxmlformats.org/officeDocument/2006/relationships/slide" Target="slides/slide1.xml"/><Relationship Id="rId38" Type="http://schemas.openxmlformats.org/officeDocument/2006/relationships/slide" Target="slides/slide2.xml"/><Relationship Id="rId39" Type="http://schemas.openxmlformats.org/officeDocument/2006/relationships/slide" Target="slides/slide3.xml"/><Relationship Id="rId40" Type="http://schemas.openxmlformats.org/officeDocument/2006/relationships/slide" Target="slides/slide4.xml"/><Relationship Id="rId41" Type="http://schemas.openxmlformats.org/officeDocument/2006/relationships/slide" Target="slides/slide5.xml"/><Relationship Id="rId42" Type="http://schemas.openxmlformats.org/officeDocument/2006/relationships/slide" Target="slides/slide6.xml"/><Relationship Id="rId43" Type="http://schemas.openxmlformats.org/officeDocument/2006/relationships/slide" Target="slides/slide7.xml"/><Relationship Id="rId44" Type="http://schemas.openxmlformats.org/officeDocument/2006/relationships/slide" Target="slides/slide8.xml"/><Relationship Id="rId45" Type="http://schemas.openxmlformats.org/officeDocument/2006/relationships/slide" Target="slides/slide9.xml"/><Relationship Id="rId46" Type="http://schemas.openxmlformats.org/officeDocument/2006/relationships/slide" Target="slides/slide10.xml"/><Relationship Id="rId4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0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1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2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3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5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6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7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8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9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0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1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2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3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4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6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F81C83F-EEF8-49F8-BF7A-C8D8DA2EB8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383BFA2-E2B6-4B2B-8C23-A36034F58CA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5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7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8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8593ED0-1930-460B-B33F-6ABE9DA5AB6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6"/>
          <p:cNvSpPr>
            <a:spLocks noGrp="1"/>
          </p:cNvSpPr>
          <p:nvPr>
            <p:ph type="dt" idx="9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ftr" idx="10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sldNum" idx="11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6C1AA74-D511-41BC-B08F-5DB7F2E25B8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2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A331777-5839-4634-9CC2-78B8370EA40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72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ftr" idx="16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sldNum" idx="17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FA69ED9-2CEE-43E2-AAC6-70A4D3F387C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dt" idx="18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ftr" idx="19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sldNum" idx="20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86C8DB9-A8EA-48FD-B7B7-BA2D93D0687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dt" idx="21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ftr" idx="34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ldNum" idx="35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97787C4-45D3-4984-B3E4-3BE9C6E1E4B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36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ftr" idx="25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sldNum" idx="26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7D2540F-2DC8-4E29-8596-B80E1ADEF6C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dt" idx="27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ftr" idx="31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ldNum" idx="32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823D3FA-8D23-4634-AEA5-6AC215158CB6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dt" idx="33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28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29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589402E-ED11-4DA8-8993-DD1864DA854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30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ftr" idx="40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sldNum" idx="41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E19F51A-6308-4A4A-8928-BB5B21D35D6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dt" idx="42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ftr" idx="37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sldNum" idx="38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1CF95C8-EAF4-4C86-B3B7-A4F1FB7BF48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9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22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3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B19C998-443A-49BC-AFFB-7A552573130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4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ftr" idx="43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sldNum" idx="44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A52E8C2-4388-4420-A552-1DF9E5AC2E7D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dt" idx="45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ftr" idx="46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ldNum" idx="47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9583D3F-85E3-42B5-940A-768B265278D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dt" idx="48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ftr" idx="49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ldNum" idx="50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14BAF31-88F9-48AB-9805-2B5B6D1C0E6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dt" idx="51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ftr" idx="52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ldNum" idx="53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26CCE6B-C686-467C-B1E9-5E79049BE47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dt" idx="54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ftr" idx="55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sldNum" idx="56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F7EBAC68-DDFE-450B-BBD5-62B97DAF5CE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dt" idx="57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ftr" idx="58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ldNum" idx="59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DDB4FD2-C480-4EA4-9277-F6921DC6EFB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dt" idx="60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72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ftr" idx="61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62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B4069EA-3A8F-4E68-9C56-E174FA3DF22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dt" idx="63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6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5"/>
          </p:nvPr>
        </p:nvSpPr>
        <p:spPr/>
        <p:txBody>
          <a:bodyPr/>
          <a:p>
            <a:fld id="{D09D7B4B-E4F6-49AE-9D50-02859AB888F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6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8"/>
          </p:nvPr>
        </p:nvSpPr>
        <p:spPr/>
        <p:txBody>
          <a:bodyPr/>
          <a:p>
            <a:fld id="{B726E1AD-B9FB-4568-8619-A0B2CDC2005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71"/>
          </p:nvPr>
        </p:nvSpPr>
        <p:spPr/>
        <p:txBody>
          <a:bodyPr/>
          <a:p>
            <a:fld id="{934C347C-534E-4000-9A7B-5AED319FE11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74"/>
          </p:nvPr>
        </p:nvSpPr>
        <p:spPr/>
        <p:txBody>
          <a:bodyPr/>
          <a:p>
            <a:fld id="{5E913371-D8B4-4ECF-AE47-C36DF93EF9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7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7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77"/>
          </p:nvPr>
        </p:nvSpPr>
        <p:spPr/>
        <p:txBody>
          <a:bodyPr/>
          <a:p>
            <a:fld id="{6232AA44-6573-45CF-8B65-D4D6FB6DB36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7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7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80"/>
          </p:nvPr>
        </p:nvSpPr>
        <p:spPr/>
        <p:txBody>
          <a:bodyPr/>
          <a:p>
            <a:fld id="{56AEC14B-83FB-43E7-B60E-8ED7D7735A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8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3"/>
          </p:nvPr>
        </p:nvSpPr>
        <p:spPr/>
        <p:txBody>
          <a:bodyPr/>
          <a:p>
            <a:fld id="{CFC7E068-888D-4E5A-803C-B0C875EF9C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6"/>
          </p:nvPr>
        </p:nvSpPr>
        <p:spPr/>
        <p:txBody>
          <a:bodyPr/>
          <a:p>
            <a:fld id="{167C9369-3FA9-405F-87EE-BAE23339077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8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8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89"/>
          </p:nvPr>
        </p:nvSpPr>
        <p:spPr/>
        <p:txBody>
          <a:bodyPr/>
          <a:p>
            <a:fld id="{8EE19866-3CC5-4A39-8AD3-604FE4C0BE2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9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2"/>
          </p:nvPr>
        </p:nvSpPr>
        <p:spPr/>
        <p:txBody>
          <a:bodyPr/>
          <a:p>
            <a:fld id="{0523EB63-0790-49BD-BA45-3EEA6B2B75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9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5"/>
          </p:nvPr>
        </p:nvSpPr>
        <p:spPr/>
        <p:txBody>
          <a:bodyPr/>
          <a:p>
            <a:fld id="{413F74B2-BA69-46E0-8CD7-84AFA386F0F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9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8"/>
          </p:nvPr>
        </p:nvSpPr>
        <p:spPr/>
        <p:txBody>
          <a:bodyPr/>
          <a:p>
            <a:fld id="{587D173A-FEBF-4F2C-A23C-46D9F33C024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9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0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01"/>
          </p:nvPr>
        </p:nvSpPr>
        <p:spPr/>
        <p:txBody>
          <a:bodyPr/>
          <a:p>
            <a:fld id="{9A12D1BE-B97B-4AD1-9FA2-C5557A00FC2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0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04"/>
          </p:nvPr>
        </p:nvSpPr>
        <p:spPr/>
        <p:txBody>
          <a:bodyPr/>
          <a:p>
            <a:fld id="{20CECCDB-1A21-434F-BF59-4B4871A6B9B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07"/>
          </p:nvPr>
        </p:nvSpPr>
        <p:spPr/>
        <p:txBody>
          <a:bodyPr/>
          <a:p>
            <a:fld id="{E8DB4ED5-F154-43F3-86D6-6EA9A7D0B16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0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0"/>
          </p:nvPr>
        </p:nvSpPr>
        <p:spPr/>
        <p:txBody>
          <a:bodyPr/>
          <a:p>
            <a:fld id="{B03FF675-3892-4FEF-BA82-6B20C66EEA2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1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3"/>
          </p:nvPr>
        </p:nvSpPr>
        <p:spPr/>
        <p:txBody>
          <a:bodyPr/>
          <a:p>
            <a:fld id="{6BE7BB82-4DB4-45EB-A63C-FCCD4A1D6FB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1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16"/>
          </p:nvPr>
        </p:nvSpPr>
        <p:spPr/>
        <p:txBody>
          <a:bodyPr/>
          <a:p>
            <a:fld id="{C47EEC01-3D95-4EFA-8561-86A059FB24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1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efault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1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19"/>
          </p:nvPr>
        </p:nvSpPr>
        <p:spPr/>
        <p:txBody>
          <a:bodyPr/>
          <a:p>
            <a:fld id="{DB5E3201-4F1F-4006-8E6B-8AE855A38AA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2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2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2"/>
          </p:nvPr>
        </p:nvSpPr>
        <p:spPr/>
        <p:txBody>
          <a:bodyPr/>
          <a:p>
            <a:fld id="{6B140EFF-FD19-4543-905E-312C3BC14BF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2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Default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5"/>
          </p:nvPr>
        </p:nvSpPr>
        <p:spPr/>
        <p:txBody>
          <a:bodyPr/>
          <a:p>
            <a:fld id="{04ADB5B9-C5F5-41D3-AEF7-C9E5423980D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Default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2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8"/>
          </p:nvPr>
        </p:nvSpPr>
        <p:spPr/>
        <p:txBody>
          <a:bodyPr/>
          <a:p>
            <a:fld id="{798D80C9-F9F9-4692-8EC6-247A4A79A9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2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1"/>
          </p:nvPr>
        </p:nvSpPr>
        <p:spPr/>
        <p:txBody>
          <a:bodyPr/>
          <a:p>
            <a:fld id="{E71AA082-DE86-4100-8595-10A951CFFF4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34"/>
          </p:nvPr>
        </p:nvSpPr>
        <p:spPr/>
        <p:txBody>
          <a:bodyPr/>
          <a:p>
            <a:fld id="{4B039028-AFD5-477D-A1A4-179A01F7173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37"/>
          </p:nvPr>
        </p:nvSpPr>
        <p:spPr/>
        <p:txBody>
          <a:bodyPr/>
          <a:p>
            <a:fld id="{B2EACCEF-0075-40FA-A2B5-CBDA1F59B9F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3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0"/>
          </p:nvPr>
        </p:nvSpPr>
        <p:spPr/>
        <p:txBody>
          <a:bodyPr/>
          <a:p>
            <a:fld id="{DE64317C-A8C7-40F8-93DC-20F7CDA85F9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4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4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43"/>
          </p:nvPr>
        </p:nvSpPr>
        <p:spPr/>
        <p:txBody>
          <a:bodyPr/>
          <a:p>
            <a:fld id="{6C97F1B0-6812-4074-8BE6-B0F923C3B25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4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6"/>
          </p:nvPr>
        </p:nvSpPr>
        <p:spPr/>
        <p:txBody>
          <a:bodyPr/>
          <a:p>
            <a:fld id="{F4DD2BF9-8225-4416-BD1B-BFC59BBA10E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4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49"/>
          </p:nvPr>
        </p:nvSpPr>
        <p:spPr/>
        <p:txBody>
          <a:bodyPr/>
          <a:p>
            <a:fld id="{9E0247AD-2DEC-4141-B837-A7A91D50694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5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2"/>
          </p:nvPr>
        </p:nvSpPr>
        <p:spPr/>
        <p:txBody>
          <a:bodyPr/>
          <a:p>
            <a:fld id="{C6000DF2-B17D-4457-B15B-C9A1DB06333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5"/>
          </p:nvPr>
        </p:nvSpPr>
        <p:spPr/>
        <p:txBody>
          <a:bodyPr/>
          <a:p>
            <a:fld id="{3F0EFC97-B5D5-47AB-9559-4F696F13CFB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5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8"/>
          </p:nvPr>
        </p:nvSpPr>
        <p:spPr/>
        <p:txBody>
          <a:bodyPr/>
          <a:p>
            <a:fld id="{DDB01114-11E5-47FE-B993-E27F811E33B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Relationship Id="rId9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5.xml"/><Relationship Id="rId15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7.xml"/><Relationship Id="rId17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9.xml"/><Relationship Id="rId19" Type="http://schemas.openxmlformats.org/officeDocument/2006/relationships/slideLayout" Target="../slideLayouts/slideLayout20.xml"/><Relationship Id="rId20" Type="http://schemas.openxmlformats.org/officeDocument/2006/relationships/slideLayout" Target="../slideLayouts/slideLayout21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2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23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24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25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26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27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28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29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30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31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32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33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34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35.xml"/>
</Relationships>
</file>

<file path=ppt/slideMasters/_rels/slideMaster30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36.xml"/>
</Relationships>
</file>

<file path=ppt/slideMasters/_rels/slideMaster31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37.xml"/>
</Relationships>
</file>

<file path=ppt/slideMasters/_rels/slideMaster32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38.xml"/>
</Relationships>
</file>

<file path=ppt/slideMasters/_rels/slideMaster33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39.xml"/>
</Relationships>
</file>

<file path=ppt/slideMasters/_rels/slideMaster34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slideLayout" Target="../slideLayouts/slideLayout40.xml"/>
</Relationships>
</file>

<file path=ppt/slideMasters/_rels/slideMaster35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41.xml"/>
</Relationships>
</file>

<file path=ppt/slideMasters/_rels/slideMaster36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42.xml"/>
</Relationships>
</file>

<file path=ppt/slideMasters/_rels/slideMaster37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43.xml"/>
</Relationships>
</file>

<file path=ppt/slideMasters/_rels/slideMaster38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44.xml"/>
</Relationships>
</file>

<file path=ppt/slideMasters/_rels/slideMaster39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45.xml"/>
</Relationships>
</file>

<file path=ppt/slideMasters/_rels/slideMaster40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46.xml"/>
</Relationships>
</file>

<file path=ppt/slideMasters/_rels/slideMaster41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47.xml"/>
</Relationships>
</file>

<file path=ppt/slideMasters/_rels/slideMaster42.xml.rels><?xml version="1.0" encoding="UTF-8"?>
<Relationships xmlns="http://schemas.openxmlformats.org/package/2006/relationships"><Relationship Id="rId1" Type="http://schemas.openxmlformats.org/officeDocument/2006/relationships/theme" Target="../theme/theme30.xml"/><Relationship Id="rId2" Type="http://schemas.openxmlformats.org/officeDocument/2006/relationships/slideLayout" Target="../slideLayouts/slideLayout48.xml"/>
</Relationships>
</file>

<file path=ppt/slideMasters/_rels/slideMaster43.xml.rels><?xml version="1.0" encoding="UTF-8"?>
<Relationships xmlns="http://schemas.openxmlformats.org/package/2006/relationships"><Relationship Id="rId1" Type="http://schemas.openxmlformats.org/officeDocument/2006/relationships/theme" Target="../theme/theme31.xml"/><Relationship Id="rId2" Type="http://schemas.openxmlformats.org/officeDocument/2006/relationships/slideLayout" Target="../slideLayouts/slideLayout49.xml"/>
</Relationships>
</file>

<file path=ppt/slideMasters/_rels/slideMaster44.xml.rels><?xml version="1.0" encoding="UTF-8"?>
<Relationships xmlns="http://schemas.openxmlformats.org/package/2006/relationships"><Relationship Id="rId1" Type="http://schemas.openxmlformats.org/officeDocument/2006/relationships/theme" Target="../theme/theme32.xml"/><Relationship Id="rId2" Type="http://schemas.openxmlformats.org/officeDocument/2006/relationships/slideLayout" Target="../slideLayouts/slideLayout50.xml"/>
</Relationships>
</file>

<file path=ppt/slideMasters/_rels/slideMaster45.xml.rels><?xml version="1.0" encoding="UTF-8"?>
<Relationships xmlns="http://schemas.openxmlformats.org/package/2006/relationships"><Relationship Id="rId1" Type="http://schemas.openxmlformats.org/officeDocument/2006/relationships/theme" Target="../theme/theme33.xml"/><Relationship Id="rId2" Type="http://schemas.openxmlformats.org/officeDocument/2006/relationships/slideLayout" Target="../slideLayouts/slideLayout51.xml"/>
</Relationships>
</file>

<file path=ppt/slideMasters/_rels/slideMaster46.xml.rels><?xml version="1.0" encoding="UTF-8"?>
<Relationships xmlns="http://schemas.openxmlformats.org/package/2006/relationships"><Relationship Id="rId1" Type="http://schemas.openxmlformats.org/officeDocument/2006/relationships/theme" Target="../theme/theme34.xml"/><Relationship Id="rId2" Type="http://schemas.openxmlformats.org/officeDocument/2006/relationships/slideLayout" Target="../slideLayouts/slideLayout52.xml"/>
</Relationships>
</file>

<file path=ppt/slideMasters/_rels/slideMaster47.xml.rels><?xml version="1.0" encoding="UTF-8"?>
<Relationships xmlns="http://schemas.openxmlformats.org/package/2006/relationships"><Relationship Id="rId1" Type="http://schemas.openxmlformats.org/officeDocument/2006/relationships/theme" Target="../theme/theme35.xml"/><Relationship Id="rId2" Type="http://schemas.openxmlformats.org/officeDocument/2006/relationships/slideLayout" Target="../slideLayouts/slideLayout5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F6D47AC-5A4E-4D61-91FF-9950681E1ED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ftr" idx="4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5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D416EC6-A352-4937-9029-43273F91D865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6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ftr" idx="64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ldNum" idx="65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6DB7ECB-86EF-4A86-BFF0-6EB69165097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PlaceHolder 4"/>
          <p:cNvSpPr>
            <a:spLocks noGrp="1"/>
          </p:cNvSpPr>
          <p:nvPr>
            <p:ph type="dt" idx="66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ftr" idx="67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sldNum" idx="68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30E9E0EB-F65A-415B-94CB-D4ED1A716F0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PlaceHolder 6"/>
          <p:cNvSpPr>
            <a:spLocks noGrp="1"/>
          </p:cNvSpPr>
          <p:nvPr>
            <p:ph type="dt" idx="69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ftr" idx="70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 type="sldNum" idx="71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00D7856-D57E-403C-B396-D7EE5C17DE3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dt" idx="72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ftr" idx="73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sldNum" idx="74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7355227-C32A-48CF-BF5C-2E64CD46C97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dt" idx="75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 type="ftr" idx="76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PlaceHolder 5"/>
          <p:cNvSpPr>
            <a:spLocks noGrp="1"/>
          </p:cNvSpPr>
          <p:nvPr>
            <p:ph type="sldNum" idx="77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12EE1C2-55CD-48CF-9D14-97795638FAF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6"/>
          <p:cNvSpPr>
            <a:spLocks noGrp="1"/>
          </p:cNvSpPr>
          <p:nvPr>
            <p:ph type="dt" idx="78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ftr" idx="79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80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16380E1-12F2-44CF-9C1B-67231DC785F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PlaceHolder 4"/>
          <p:cNvSpPr>
            <a:spLocks noGrp="1"/>
          </p:cNvSpPr>
          <p:nvPr>
            <p:ph type="dt" idx="81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ftr" idx="82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sldNum" idx="83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7C6FBAD-BC42-4993-8608-3863D206D19A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dt" idx="84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ftr" idx="85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 type="sldNum" idx="86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9417519-327F-4D2E-BABC-3E6569CFB95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dt" idx="87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 type="ftr" idx="88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 type="sldNum" idx="89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5E3B3EF-BD4F-4327-B7CE-3BB7759F03B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PlaceHolder 5"/>
          <p:cNvSpPr>
            <a:spLocks noGrp="1"/>
          </p:cNvSpPr>
          <p:nvPr>
            <p:ph type="dt" idx="90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ftr" idx="91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 type="sldNum" idx="92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819C138-7B72-4E0B-85EB-DB8B63465EC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dt" idx="93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ftr" idx="94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sldNum" idx="95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7CC277CF-868B-4D55-B15C-AB01C646BF6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dt" idx="96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ftr" idx="97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98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A1187EC-C0F1-416A-B7D8-1C55902EAB2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PlaceHolder 4"/>
          <p:cNvSpPr>
            <a:spLocks noGrp="1"/>
          </p:cNvSpPr>
          <p:nvPr>
            <p:ph type="dt" idx="99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4"/>
          <p:cNvSpPr>
            <a:spLocks noGrp="1"/>
          </p:cNvSpPr>
          <p:nvPr>
            <p:ph type="ftr" idx="100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PlaceHolder 5"/>
          <p:cNvSpPr>
            <a:spLocks noGrp="1"/>
          </p:cNvSpPr>
          <p:nvPr>
            <p:ph type="sldNum" idx="101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1879480-21F0-4066-BB28-67ED2BFD466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PlaceHolder 6"/>
          <p:cNvSpPr>
            <a:spLocks noGrp="1"/>
          </p:cNvSpPr>
          <p:nvPr>
            <p:ph type="dt" idx="102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ftr" idx="103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sldNum" idx="104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1BC9AA45-05B0-48CF-B44A-53DFC202DD39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PlaceHolder 5"/>
          <p:cNvSpPr>
            <a:spLocks noGrp="1"/>
          </p:cNvSpPr>
          <p:nvPr>
            <p:ph type="dt" idx="105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3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ftr" idx="106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ldNum" idx="107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DE0E38C-22F3-4FB2-BEA3-59EF998102E2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 type="dt" idx="108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3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ftr" idx="109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PlaceHolder 2"/>
          <p:cNvSpPr>
            <a:spLocks noGrp="1"/>
          </p:cNvSpPr>
          <p:nvPr>
            <p:ph type="sldNum" idx="110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E493CE5D-4CF4-428D-B708-CD648D8D174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PlaceHolder 3"/>
          <p:cNvSpPr>
            <a:spLocks noGrp="1"/>
          </p:cNvSpPr>
          <p:nvPr>
            <p:ph type="dt" idx="111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3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ftr" idx="112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 type="sldNum" idx="113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C04E3EF-C451-44A3-B5E3-C1BEB26AA5AF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PlaceHolder 5"/>
          <p:cNvSpPr>
            <a:spLocks noGrp="1"/>
          </p:cNvSpPr>
          <p:nvPr>
            <p:ph type="dt" idx="114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Masters/slideMaster3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ftr" idx="115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sldNum" idx="116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59751D9-6EBC-4987-B315-5DA522C43ED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dt" idx="117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2"/>
  </p:sldLayoutIdLst>
</p:sldMaster>
</file>

<file path=ppt/slideMasters/slideMaster3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4"/>
          <p:cNvSpPr>
            <a:spLocks noGrp="1"/>
          </p:cNvSpPr>
          <p:nvPr>
            <p:ph type="ftr" idx="118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PlaceHolder 5"/>
          <p:cNvSpPr>
            <a:spLocks noGrp="1"/>
          </p:cNvSpPr>
          <p:nvPr>
            <p:ph type="sldNum" idx="119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08BE9E2E-570B-49E6-A589-A73991E42D0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PlaceHolder 6"/>
          <p:cNvSpPr>
            <a:spLocks noGrp="1"/>
          </p:cNvSpPr>
          <p:nvPr>
            <p:ph type="dt" idx="120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2"/>
  </p:sldLayoutIdLst>
</p:sldMaster>
</file>

<file path=ppt/slideMasters/slideMaster3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ftr" idx="121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22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9637F28-42EA-4A8B-85F5-38336DA4DCA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PlaceHolder 4"/>
          <p:cNvSpPr>
            <a:spLocks noGrp="1"/>
          </p:cNvSpPr>
          <p:nvPr>
            <p:ph type="dt" idx="123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2"/>
  </p:sldLayoutIdLst>
</p:sldMaster>
</file>

<file path=ppt/slideMasters/slideMaster3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PlaceHolder 1"/>
          <p:cNvSpPr>
            <a:spLocks noGrp="1"/>
          </p:cNvSpPr>
          <p:nvPr>
            <p:ph type="ftr" idx="124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PlaceHolder 2"/>
          <p:cNvSpPr>
            <a:spLocks noGrp="1"/>
          </p:cNvSpPr>
          <p:nvPr>
            <p:ph type="sldNum" idx="125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A3A1C998-B661-4B3F-AD3E-189DEC1071A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PlaceHolder 3"/>
          <p:cNvSpPr>
            <a:spLocks noGrp="1"/>
          </p:cNvSpPr>
          <p:nvPr>
            <p:ph type="dt" idx="126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2"/>
  </p:sldLayoutIdLst>
</p:sldMaster>
</file>

<file path=ppt/slideMasters/slideMaster3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ftr" idx="127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sldNum" idx="128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170A5AB-E7BB-4D17-BBB9-79CE3CD30048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dt" idx="129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2"/>
  </p:sldLayoutIdLst>
</p:sldMaster>
</file>

<file path=ppt/slideMasters/slideMaster3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ftr" idx="130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PlaceHolder 2"/>
          <p:cNvSpPr>
            <a:spLocks noGrp="1"/>
          </p:cNvSpPr>
          <p:nvPr>
            <p:ph type="sldNum" idx="131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506FD7D-7589-4696-A32D-7C4C0D38C9C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dt" idx="132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2"/>
  </p:sldLayoutIdLst>
</p:sldMaster>
</file>

<file path=ppt/slideMasters/slideMaster3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ftr" idx="133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sldNum" idx="134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6356497F-8435-4DF4-B867-957896E4D54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dt" idx="135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2"/>
  </p:sldLayoutIdLst>
</p:sldMaster>
</file>

<file path=ppt/slideMasters/slideMaster4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ftr" idx="136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PlaceHolder 4"/>
          <p:cNvSpPr>
            <a:spLocks noGrp="1"/>
          </p:cNvSpPr>
          <p:nvPr>
            <p:ph type="sldNum" idx="137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9B35BA9B-1F4B-4DB5-AF50-A4110A5CAD0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PlaceHolder 5"/>
          <p:cNvSpPr>
            <a:spLocks noGrp="1"/>
          </p:cNvSpPr>
          <p:nvPr>
            <p:ph type="dt" idx="138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2"/>
  </p:sldLayoutIdLst>
</p:sldMaster>
</file>

<file path=ppt/slideMasters/slideMaster4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ftr" idx="139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sldNum" idx="140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514ACA6-07BE-4D5E-9929-2507BEF3329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dt" idx="141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2"/>
  </p:sldLayoutIdLst>
</p:sldMaster>
</file>

<file path=ppt/slideMasters/slideMaster4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4"/>
          <p:cNvSpPr>
            <a:spLocks noGrp="1"/>
          </p:cNvSpPr>
          <p:nvPr>
            <p:ph type="ftr" idx="142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PlaceHolder 5"/>
          <p:cNvSpPr>
            <a:spLocks noGrp="1"/>
          </p:cNvSpPr>
          <p:nvPr>
            <p:ph type="sldNum" idx="143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5A226F3C-CED0-4880-BB44-07571446703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PlaceHolder 6"/>
          <p:cNvSpPr>
            <a:spLocks noGrp="1"/>
          </p:cNvSpPr>
          <p:nvPr>
            <p:ph type="dt" idx="144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5" r:id="rId2"/>
  </p:sldLayoutIdLst>
</p:sldMaster>
</file>

<file path=ppt/slideMasters/slideMaster4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ftr" idx="145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sldNum" idx="146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CD886224-3FEF-4C2F-BA1A-7A5BB1D6E3D4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dt" idx="147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2"/>
  </p:sldLayoutIdLst>
</p:sldMaster>
</file>

<file path=ppt/slideMasters/slideMaster4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609480" y="708480"/>
            <a:ext cx="109720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 type="ftr" idx="148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149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2EF8DE8F-00EA-4721-81AB-A8F4FEC3ACB3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PlaceHolder 4"/>
          <p:cNvSpPr>
            <a:spLocks noGrp="1"/>
          </p:cNvSpPr>
          <p:nvPr>
            <p:ph type="dt" idx="150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9" r:id="rId2"/>
  </p:sldLayoutIdLst>
</p:sldMaster>
</file>

<file path=ppt/slideMasters/slideMaster4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ftr" idx="151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sldNum" idx="152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DEBE80A8-05FC-44CD-802E-D31834ED378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dt" idx="153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2"/>
  </p:sldLayoutIdLst>
</p:sldMaster>
</file>

<file path=ppt/slideMasters/slideMaster4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PlaceHolder 1"/>
          <p:cNvSpPr>
            <a:spLocks noGrp="1"/>
          </p:cNvSpPr>
          <p:nvPr>
            <p:ph type="ftr" idx="154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sldNum" idx="155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9CD1E43-C8BC-4BFF-88A0-5680B0EB790E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dt" idx="156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2"/>
  </p:sldLayoutIdLst>
</p:sldMaster>
</file>

<file path=ppt/slideMasters/slideMaster4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ftr" idx="157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sldNum" idx="158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437C5E56-0B3B-4DA2-A9F0-0CCE74263CC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dt" idx="159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image" Target="../media/image3.png"/><Relationship Id="rId4" Type="http://schemas.openxmlformats.org/officeDocument/2006/relationships/image" Target="../media/image4.wmf"/><Relationship Id="rId5" Type="http://schemas.openxmlformats.org/officeDocument/2006/relationships/hyperlink" Target="http://www.spec-india.com/" TargetMode="External"/><Relationship Id="rId6" Type="http://schemas.openxmlformats.org/officeDocument/2006/relationships/image" Target="../media/image5.wmf"/><Relationship Id="rId7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4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4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4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4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4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46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hyperlink" Target="http://www.spec-india.com/" TargetMode="External"/><Relationship Id="rId3" Type="http://schemas.openxmlformats.org/officeDocument/2006/relationships/slideLayout" Target="../slideLayouts/slideLayout4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wmf"/><Relationship Id="rId3" Type="http://schemas.openxmlformats.org/officeDocument/2006/relationships/hyperlink" Target="http://www.spec-india.com/" TargetMode="External"/><Relationship Id="rId4" Type="http://schemas.openxmlformats.org/officeDocument/2006/relationships/hyperlink" Target="http://www.spec-india.com/" TargetMode="External"/><Relationship Id="rId5" Type="http://schemas.openxmlformats.org/officeDocument/2006/relationships/hyperlink" Target="mailto:lead@spec-india.com" TargetMode="External"/><Relationship Id="rId6" Type="http://schemas.openxmlformats.org/officeDocument/2006/relationships/hyperlink" Target="mailto:lead@spec-india.com" TargetMode="External"/><Relationship Id="rId7" Type="http://schemas.openxmlformats.org/officeDocument/2006/relationships/hyperlink" Target="mailto:lead@spec-india.com" TargetMode="External"/><Relationship Id="rId8" Type="http://schemas.openxmlformats.org/officeDocument/2006/relationships/image" Target="../media/image6.wmf"/><Relationship Id="rId9" Type="http://schemas.openxmlformats.org/officeDocument/2006/relationships/image" Target="../media/image7.wmf"/><Relationship Id="rId10" Type="http://schemas.openxmlformats.org/officeDocument/2006/relationships/image" Target="../media/image8.wmf"/><Relationship Id="rId11" Type="http://schemas.openxmlformats.org/officeDocument/2006/relationships/hyperlink" Target="mailto:lead@spec-usa.net" TargetMode="External"/><Relationship Id="rId12" Type="http://schemas.openxmlformats.org/officeDocument/2006/relationships/image" Target="../media/image6.wmf"/><Relationship Id="rId13" Type="http://schemas.openxmlformats.org/officeDocument/2006/relationships/image" Target="../media/image7.wmf"/><Relationship Id="rId14" Type="http://schemas.openxmlformats.org/officeDocument/2006/relationships/image" Target="../media/image8.wmf"/><Relationship Id="rId15" Type="http://schemas.openxmlformats.org/officeDocument/2006/relationships/hyperlink" Target="https://clutch.co/profile/spec-india" TargetMode="External"/><Relationship Id="rId16" Type="http://schemas.openxmlformats.org/officeDocument/2006/relationships/image" Target="../media/image9.png"/><Relationship Id="rId17" Type="http://schemas.openxmlformats.org/officeDocument/2006/relationships/hyperlink" Target="https://www.goodfirms.co/company/spec-india" TargetMode="External"/><Relationship Id="rId18" Type="http://schemas.openxmlformats.org/officeDocument/2006/relationships/image" Target="../media/image10.png"/><Relationship Id="rId19" Type="http://schemas.openxmlformats.org/officeDocument/2006/relationships/hyperlink" Target="https://g.page/r/CRApINeFYBWKEAE" TargetMode="External"/><Relationship Id="rId20" Type="http://schemas.openxmlformats.org/officeDocument/2006/relationships/image" Target="../media/image11.png"/><Relationship Id="rId21" Type="http://schemas.openxmlformats.org/officeDocument/2006/relationships/hyperlink" Target="https://www.ambitionbox.com/reviews/spec-india-reviews" TargetMode="External"/><Relationship Id="rId22" Type="http://schemas.openxmlformats.org/officeDocument/2006/relationships/image" Target="../media/image12.png"/><Relationship Id="rId23" Type="http://schemas.openxmlformats.org/officeDocument/2006/relationships/hyperlink" Target="https://www.glassdoor.co.in/Reviews/SPEC-INDIA-Reviews-E688018.htm" TargetMode="External"/><Relationship Id="rId24" Type="http://schemas.openxmlformats.org/officeDocument/2006/relationships/image" Target="../media/image13.png"/><Relationship Id="rId25" Type="http://schemas.openxmlformats.org/officeDocument/2006/relationships/hyperlink" Target="https://www.behance.net/specindia" TargetMode="External"/><Relationship Id="rId26" Type="http://schemas.openxmlformats.org/officeDocument/2006/relationships/image" Target="../media/image14.png"/><Relationship Id="rId27" Type="http://schemas.openxmlformats.org/officeDocument/2006/relationships/hyperlink" Target="https://dribbble.com/specindia" TargetMode="External"/><Relationship Id="rId28" Type="http://schemas.openxmlformats.org/officeDocument/2006/relationships/image" Target="../media/image15.png"/><Relationship Id="rId29" Type="http://schemas.openxmlformats.org/officeDocument/2006/relationships/hyperlink" Target="https://www.facebook.com/SPECINDIA.IT" TargetMode="External"/><Relationship Id="rId30" Type="http://schemas.openxmlformats.org/officeDocument/2006/relationships/image" Target="../media/image16.png"/><Relationship Id="rId31" Type="http://schemas.openxmlformats.org/officeDocument/2006/relationships/hyperlink" Target="https://www.linkedin.com/company/spec-india/mycompany/" TargetMode="External"/><Relationship Id="rId32" Type="http://schemas.openxmlformats.org/officeDocument/2006/relationships/image" Target="../media/image17.png"/><Relationship Id="rId33" Type="http://schemas.openxmlformats.org/officeDocument/2006/relationships/hyperlink" Target="https://twitter.com/infospec_india" TargetMode="External"/><Relationship Id="rId34" Type="http://schemas.openxmlformats.org/officeDocument/2006/relationships/image" Target="../media/image18.png"/><Relationship Id="rId35" Type="http://schemas.openxmlformats.org/officeDocument/2006/relationships/image" Target="../media/image19.png"/><Relationship Id="rId36" Type="http://schemas.openxmlformats.org/officeDocument/2006/relationships/image" Target="../media/image20.png"/><Relationship Id="rId37" Type="http://schemas.openxmlformats.org/officeDocument/2006/relationships/image" Target="../media/image20.png"/><Relationship Id="rId38" Type="http://schemas.openxmlformats.org/officeDocument/2006/relationships/image" Target="../media/image19.png"/><Relationship Id="rId39" Type="http://schemas.openxmlformats.org/officeDocument/2006/relationships/image" Target="../media/image20.png"/><Relationship Id="rId40" Type="http://schemas.openxmlformats.org/officeDocument/2006/relationships/hyperlink" Target="https://www.instagram.com/spec_india" TargetMode="External"/><Relationship Id="rId41" Type="http://schemas.openxmlformats.org/officeDocument/2006/relationships/image" Target="../media/image21.png"/><Relationship Id="rId4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Picture 19" descr=""/>
          <p:cNvPicPr/>
          <p:nvPr/>
        </p:nvPicPr>
        <p:blipFill>
          <a:blip r:embed="rId1"/>
          <a:stretch/>
        </p:blipFill>
        <p:spPr>
          <a:xfrm>
            <a:off x="178200" y="-228600"/>
            <a:ext cx="6676920" cy="621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7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88880" cy="177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58" name="Picture 7" descr=""/>
          <p:cNvPicPr/>
          <p:nvPr/>
        </p:nvPicPr>
        <p:blipFill>
          <a:blip r:embed="rId3"/>
          <a:stretch/>
        </p:blipFill>
        <p:spPr>
          <a:xfrm>
            <a:off x="0" y="2031840"/>
            <a:ext cx="12188880" cy="4822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364680" y="1778040"/>
            <a:ext cx="4804560" cy="961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3000" spc="6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Hanwha Vision   </a:t>
            </a:r>
            <a:br>
              <a:rPr sz="3000"/>
            </a:br>
            <a:r>
              <a:rPr b="1" lang="en-US" sz="3000" spc="6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15th – 31st July’25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0" name="Straight Connector 6"/>
          <p:cNvCxnSpPr/>
          <p:nvPr/>
        </p:nvCxnSpPr>
        <p:spPr>
          <a:xfrm>
            <a:off x="364320" y="2859480"/>
            <a:ext cx="4956480" cy="324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pic>
        <p:nvPicPr>
          <p:cNvPr id="261" name="Picture 24" descr=""/>
          <p:cNvPicPr/>
          <p:nvPr/>
        </p:nvPicPr>
        <p:blipFill>
          <a:blip r:embed="rId4"/>
          <a:stretch/>
        </p:blipFill>
        <p:spPr>
          <a:xfrm>
            <a:off x="9562680" y="377280"/>
            <a:ext cx="2168640" cy="101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2" name="Picture 4" descr="">
            <a:hlinkClick r:id="rId5"/>
          </p:cNvPr>
          <p:cNvPicPr/>
          <p:nvPr/>
        </p:nvPicPr>
        <p:blipFill>
          <a:blip r:embed="rId6"/>
          <a:stretch/>
        </p:blipFill>
        <p:spPr>
          <a:xfrm>
            <a:off x="524880" y="611280"/>
            <a:ext cx="1774800" cy="530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3" name="Title 1"/>
          <p:cNvSpPr/>
          <p:nvPr/>
        </p:nvSpPr>
        <p:spPr>
          <a:xfrm>
            <a:off x="3657600" y="2921040"/>
            <a:ext cx="2284560" cy="37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defTabSz="914400">
              <a:lnSpc>
                <a:spcPct val="90000"/>
              </a:lnSpc>
            </a:pPr>
            <a:r>
              <a:rPr b="1" lang="en-US" sz="2000" spc="6" strike="noStrike" u="none">
                <a:solidFill>
                  <a:srgbClr val="7030a0"/>
                </a:solidFill>
                <a:effectLst/>
                <a:uFillTx/>
                <a:latin typeface="Roboto"/>
                <a:ea typeface="Roboto"/>
              </a:rPr>
              <a:t>Rashmi Patel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ectangle 4"/>
          <p:cNvSpPr/>
          <p:nvPr/>
        </p:nvSpPr>
        <p:spPr>
          <a:xfrm>
            <a:off x="335880" y="380880"/>
            <a:ext cx="11516760" cy="63180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747540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Meeting Participants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66" name="Straight Connector 8"/>
          <p:cNvCxnSpPr/>
          <p:nvPr/>
        </p:nvCxnSpPr>
        <p:spPr>
          <a:xfrm>
            <a:off x="335880" y="6222960"/>
            <a:ext cx="11523240" cy="324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67" name="TextBox 12"/>
          <p:cNvSpPr/>
          <p:nvPr/>
        </p:nvSpPr>
        <p:spPr>
          <a:xfrm>
            <a:off x="326520" y="6380280"/>
            <a:ext cx="40644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Rectangle 7"/>
          <p:cNvSpPr/>
          <p:nvPr/>
        </p:nvSpPr>
        <p:spPr>
          <a:xfrm>
            <a:off x="335880" y="380880"/>
            <a:ext cx="109440" cy="63180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69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3320" cy="29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0" name="Subtitle 2"/>
          <p:cNvSpPr/>
          <p:nvPr/>
        </p:nvSpPr>
        <p:spPr>
          <a:xfrm>
            <a:off x="4835880" y="6443640"/>
            <a:ext cx="251676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5"/>
          <p:cNvSpPr/>
          <p:nvPr/>
        </p:nvSpPr>
        <p:spPr>
          <a:xfrm>
            <a:off x="448560" y="1270800"/>
            <a:ext cx="8210880" cy="258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Parth Jotangiya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Jayendra Makvana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Adnan Mansuri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Hiten Parmar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Rashmi Patel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Hasti Kaneriya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30000"/>
              </a:lnSpc>
              <a:buClr>
                <a:srgbClr val="000000"/>
              </a:buClr>
              <a:buFont typeface="Calibri Light"/>
              <a:buAutoNum type="arabicPeriod"/>
            </a:pPr>
            <a:r>
              <a:rPr b="1" lang="en-US" sz="18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 Medium"/>
              </a:rPr>
              <a:t>Bhavika Gamdha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ctangle 4"/>
          <p:cNvSpPr/>
          <p:nvPr/>
        </p:nvSpPr>
        <p:spPr>
          <a:xfrm>
            <a:off x="335880" y="380880"/>
            <a:ext cx="11516760" cy="63180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73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5172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Rashmi Patel - Highlights of the work done in two weeks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74" name="Straight Connector 8"/>
          <p:cNvCxnSpPr/>
          <p:nvPr/>
        </p:nvCxnSpPr>
        <p:spPr>
          <a:xfrm>
            <a:off x="335880" y="6222960"/>
            <a:ext cx="11523240" cy="324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75" name="TextBox 12"/>
          <p:cNvSpPr/>
          <p:nvPr/>
        </p:nvSpPr>
        <p:spPr>
          <a:xfrm>
            <a:off x="326520" y="6380280"/>
            <a:ext cx="40644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Rectangle 7"/>
          <p:cNvSpPr/>
          <p:nvPr/>
        </p:nvSpPr>
        <p:spPr>
          <a:xfrm>
            <a:off x="335880" y="380880"/>
            <a:ext cx="109440" cy="63180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77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3320" cy="29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8" name="Subtitle 2"/>
          <p:cNvSpPr/>
          <p:nvPr/>
        </p:nvSpPr>
        <p:spPr>
          <a:xfrm>
            <a:off x="4835880" y="6443640"/>
            <a:ext cx="251676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5"/>
          <p:cNvSpPr/>
          <p:nvPr/>
        </p:nvSpPr>
        <p:spPr>
          <a:xfrm>
            <a:off x="448560" y="1015920"/>
            <a:ext cx="11404080" cy="571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Front end development of Hanwha Application: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Client App: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IN" sz="1400" strike="noStrike" u="non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Implement animation in 13 widget which have signalR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Resolve round-4 bugs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Worked on changes needs for the dark theme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Worked on Notification bell icon animation and display count on bell icon as per figma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Worked on roles and permission as per changed permission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make the red border when event accur in widget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Worked on Floor plan widget issue for marker count for widget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Worked on Dark theme changes in widgets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creating the document related to R&amp;D on live video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R&amp;D for guage chart for design 4th option in capacity utilization chart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Setup image replacement for dark theme </a:t>
            </a:r>
            <a:br>
              <a:rPr sz="1400"/>
            </a:br>
            <a:br>
              <a:rPr sz="1800"/>
            </a:b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Rectangle 1"/>
          <p:cNvSpPr/>
          <p:nvPr/>
        </p:nvSpPr>
        <p:spPr>
          <a:xfrm>
            <a:off x="335880" y="380880"/>
            <a:ext cx="11516760" cy="63180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81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5172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Rashmi Patel - Highlights of the work done in two weeks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82" name="Straight Connector 1"/>
          <p:cNvCxnSpPr/>
          <p:nvPr/>
        </p:nvCxnSpPr>
        <p:spPr>
          <a:xfrm>
            <a:off x="335880" y="6222960"/>
            <a:ext cx="11523240" cy="324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83" name="TextBox 1"/>
          <p:cNvSpPr/>
          <p:nvPr/>
        </p:nvSpPr>
        <p:spPr>
          <a:xfrm>
            <a:off x="326520" y="6380280"/>
            <a:ext cx="40752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Rectangle 2"/>
          <p:cNvSpPr/>
          <p:nvPr/>
        </p:nvSpPr>
        <p:spPr>
          <a:xfrm>
            <a:off x="335880" y="380880"/>
            <a:ext cx="109440" cy="63180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85" name="Picture 1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3320" cy="29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6" name="Subtitle 1"/>
          <p:cNvSpPr/>
          <p:nvPr/>
        </p:nvSpPr>
        <p:spPr>
          <a:xfrm>
            <a:off x="4835880" y="6443640"/>
            <a:ext cx="251676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2"/>
          <p:cNvSpPr/>
          <p:nvPr/>
        </p:nvSpPr>
        <p:spPr>
          <a:xfrm>
            <a:off x="448560" y="1015920"/>
            <a:ext cx="1140408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2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b="1" lang="en-US" sz="18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Front end development of Hanwha Application: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1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License Application: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Add field in Trial license generation for generate license screen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Resolve download file issue in download pem and lic key</a:t>
            </a:r>
            <a:br>
              <a:rPr sz="1800"/>
            </a:br>
            <a:br>
              <a:rPr sz="1800"/>
            </a:b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Rectangle 4"/>
          <p:cNvSpPr/>
          <p:nvPr/>
        </p:nvSpPr>
        <p:spPr>
          <a:xfrm>
            <a:off x="335880" y="380880"/>
            <a:ext cx="11516760" cy="63180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89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4488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Rashmi Patel - Roadblocks / issues if any 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0" name="Straight Connector 8"/>
          <p:cNvCxnSpPr/>
          <p:nvPr/>
        </p:nvCxnSpPr>
        <p:spPr>
          <a:xfrm>
            <a:off x="335880" y="6222960"/>
            <a:ext cx="11523240" cy="324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91" name="TextBox 12"/>
          <p:cNvSpPr/>
          <p:nvPr/>
        </p:nvSpPr>
        <p:spPr>
          <a:xfrm>
            <a:off x="326520" y="6380280"/>
            <a:ext cx="40644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Rectangle 7"/>
          <p:cNvSpPr/>
          <p:nvPr/>
        </p:nvSpPr>
        <p:spPr>
          <a:xfrm>
            <a:off x="335880" y="380880"/>
            <a:ext cx="109440" cy="63180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93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3320" cy="29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4" name="Subtitle 2"/>
          <p:cNvSpPr/>
          <p:nvPr/>
        </p:nvSpPr>
        <p:spPr>
          <a:xfrm>
            <a:off x="4835880" y="6443640"/>
            <a:ext cx="251676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Box 3"/>
          <p:cNvSpPr/>
          <p:nvPr/>
        </p:nvSpPr>
        <p:spPr>
          <a:xfrm>
            <a:off x="448560" y="1236600"/>
            <a:ext cx="1140408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50000"/>
              </a:lnSpc>
              <a:buClr>
                <a:srgbClr val="000000"/>
              </a:buClr>
              <a:buFont typeface="Wingdings" charset="2"/>
              <a:buChar char="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Not have any point.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Rectangle 4"/>
          <p:cNvSpPr/>
          <p:nvPr/>
        </p:nvSpPr>
        <p:spPr>
          <a:xfrm>
            <a:off x="335880" y="380880"/>
            <a:ext cx="11516760" cy="63180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297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747540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Rashmi Patel - Improvement Points Identified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8" name="Straight Connector 8"/>
          <p:cNvCxnSpPr/>
          <p:nvPr/>
        </p:nvCxnSpPr>
        <p:spPr>
          <a:xfrm>
            <a:off x="335880" y="6222960"/>
            <a:ext cx="11523240" cy="324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299" name="TextBox 12"/>
          <p:cNvSpPr/>
          <p:nvPr/>
        </p:nvSpPr>
        <p:spPr>
          <a:xfrm>
            <a:off x="326520" y="6380280"/>
            <a:ext cx="40644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0" name="Rectangle 7"/>
          <p:cNvSpPr/>
          <p:nvPr/>
        </p:nvSpPr>
        <p:spPr>
          <a:xfrm>
            <a:off x="335880" y="380880"/>
            <a:ext cx="109440" cy="63180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01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3320" cy="29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Subtitle 2"/>
          <p:cNvSpPr/>
          <p:nvPr/>
        </p:nvSpPr>
        <p:spPr>
          <a:xfrm>
            <a:off x="4835880" y="6443640"/>
            <a:ext cx="251676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5"/>
          <p:cNvSpPr/>
          <p:nvPr/>
        </p:nvSpPr>
        <p:spPr>
          <a:xfrm>
            <a:off x="448560" y="1235880"/>
            <a:ext cx="11404080" cy="92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DejaVu Sans"/>
              </a:rPr>
              <a:t>Need to Improve communication skill</a:t>
            </a: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Roboto"/>
                <a:ea typeface="Roboto"/>
              </a:rPr>
              <a:t>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Roboto"/>
              </a:rPr>
              <a:t>Need to improve turn around time (TAT) on the each assigned task. So, that will be helpful for me to complete the responsibilities in timely manner. </a:t>
            </a:r>
            <a:r>
              <a:rPr b="0" lang="en-US" sz="1400" strike="noStrike" u="none">
                <a:solidFill>
                  <a:srgbClr val="ff0000"/>
                </a:solidFill>
                <a:effectLst/>
                <a:highlight>
                  <a:srgbClr val="ffff00"/>
                </a:highlight>
                <a:uFillTx/>
                <a:latin typeface="Calibri"/>
                <a:ea typeface="Roboto"/>
              </a:rPr>
              <a:t>Most Imp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Calibri"/>
                <a:ea typeface="Roboto"/>
              </a:rPr>
              <a:t>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Rectangle 4"/>
          <p:cNvSpPr/>
          <p:nvPr/>
        </p:nvSpPr>
        <p:spPr>
          <a:xfrm>
            <a:off x="335880" y="380880"/>
            <a:ext cx="11516760" cy="63180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305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115172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Rashmi Patel - Any New Problem Statement Seen / Identified * If any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06" name="Straight Connector 8"/>
          <p:cNvCxnSpPr/>
          <p:nvPr/>
        </p:nvCxnSpPr>
        <p:spPr>
          <a:xfrm>
            <a:off x="335880" y="6222960"/>
            <a:ext cx="11523240" cy="324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307" name="TextBox 12"/>
          <p:cNvSpPr/>
          <p:nvPr/>
        </p:nvSpPr>
        <p:spPr>
          <a:xfrm>
            <a:off x="326520" y="6380280"/>
            <a:ext cx="40644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Rectangle 7"/>
          <p:cNvSpPr/>
          <p:nvPr/>
        </p:nvSpPr>
        <p:spPr>
          <a:xfrm>
            <a:off x="335880" y="380880"/>
            <a:ext cx="109440" cy="63180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09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3320" cy="29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0" name="Subtitle 2"/>
          <p:cNvSpPr/>
          <p:nvPr/>
        </p:nvSpPr>
        <p:spPr>
          <a:xfrm>
            <a:off x="4835880" y="6443640"/>
            <a:ext cx="251676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5"/>
          <p:cNvSpPr/>
          <p:nvPr/>
        </p:nvSpPr>
        <p:spPr>
          <a:xfrm>
            <a:off x="448560" y="1264680"/>
            <a:ext cx="1106568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  <a:ea typeface="Roboto"/>
              </a:rPr>
              <a:t>There is no any problem statement identified yet.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Rectangle 4"/>
          <p:cNvSpPr/>
          <p:nvPr/>
        </p:nvSpPr>
        <p:spPr>
          <a:xfrm>
            <a:off x="335880" y="380880"/>
            <a:ext cx="11516760" cy="631800"/>
          </a:xfrm>
          <a:prstGeom prst="rect">
            <a:avLst/>
          </a:prstGeom>
          <a:solidFill>
            <a:srgbClr val="65bb3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rgbClr val="65bb35"/>
              </a:solidFill>
              <a:effectLst/>
              <a:uFillTx/>
              <a:latin typeface="Calibri"/>
            </a:endParaRPr>
          </a:p>
        </p:txBody>
      </p:sp>
      <p:sp>
        <p:nvSpPr>
          <p:cNvPr id="313" name="PlaceHolder 1"/>
          <p:cNvSpPr>
            <a:spLocks noGrp="1"/>
          </p:cNvSpPr>
          <p:nvPr>
            <p:ph type="title"/>
          </p:nvPr>
        </p:nvSpPr>
        <p:spPr>
          <a:xfrm>
            <a:off x="507960" y="126000"/>
            <a:ext cx="10829160" cy="114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Rashmi Patel - Achievements/Extra mile of the week * if any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4" name="Straight Connector 8"/>
          <p:cNvCxnSpPr/>
          <p:nvPr/>
        </p:nvCxnSpPr>
        <p:spPr>
          <a:xfrm>
            <a:off x="335880" y="6222960"/>
            <a:ext cx="11523240" cy="3240"/>
          </a:xfrm>
          <a:prstGeom prst="straightConnector1">
            <a:avLst/>
          </a:prstGeom>
          <a:ln w="12700">
            <a:solidFill>
              <a:srgbClr val="d9d9d9"/>
            </a:solidFill>
            <a:round/>
          </a:ln>
        </p:spPr>
      </p:cxnSp>
      <p:sp>
        <p:nvSpPr>
          <p:cNvPr id="315" name="TextBox 12"/>
          <p:cNvSpPr/>
          <p:nvPr/>
        </p:nvSpPr>
        <p:spPr>
          <a:xfrm>
            <a:off x="326520" y="6380280"/>
            <a:ext cx="40644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65000"/>
                  </a:schemeClr>
                </a:solidFill>
                <a:effectLst/>
                <a:uFillTx/>
                <a:latin typeface="Roboto"/>
                <a:ea typeface="Roboto"/>
              </a:rPr>
              <a:t>04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Rectangle 7"/>
          <p:cNvSpPr/>
          <p:nvPr/>
        </p:nvSpPr>
        <p:spPr>
          <a:xfrm>
            <a:off x="335880" y="380880"/>
            <a:ext cx="109440" cy="631800"/>
          </a:xfrm>
          <a:prstGeom prst="rect">
            <a:avLst/>
          </a:prstGeom>
          <a:solidFill>
            <a:srgbClr val="0a34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17" name="Picture 16" descr=""/>
          <p:cNvPicPr/>
          <p:nvPr/>
        </p:nvPicPr>
        <p:blipFill>
          <a:blip r:embed="rId1"/>
          <a:stretch/>
        </p:blipFill>
        <p:spPr>
          <a:xfrm>
            <a:off x="10849320" y="6380280"/>
            <a:ext cx="1003320" cy="29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" name="Subtitle 2"/>
          <p:cNvSpPr/>
          <p:nvPr/>
        </p:nvSpPr>
        <p:spPr>
          <a:xfrm>
            <a:off x="4835880" y="6443640"/>
            <a:ext cx="2516760" cy="19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spAutoFit/>
          </a:bodyPr>
          <a:p>
            <a:pPr algn="ctr" defTabSz="914400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>
                    <a:lumMod val="75000"/>
                  </a:schemeClr>
                </a:solidFill>
                <a:effectLst/>
                <a:uFillTx/>
                <a:latin typeface="Roboto"/>
                <a:ea typeface="Roboto"/>
                <a:hlinkClick r:id="rId2"/>
              </a:rPr>
              <a:t>www.spec-india.com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5"/>
          <p:cNvSpPr/>
          <p:nvPr/>
        </p:nvSpPr>
        <p:spPr>
          <a:xfrm>
            <a:off x="448560" y="1198800"/>
            <a:ext cx="9671040" cy="36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285840" indent="-285840" defTabSz="914400">
              <a:lnSpc>
                <a:spcPct val="130000"/>
              </a:lnSpc>
              <a:buClr>
                <a:srgbClr val="000000"/>
              </a:buClr>
              <a:buFont typeface="Wingdings" charset="2"/>
              <a:buChar char=""/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There have been no achievements recorded in the last two weeks.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b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Picture 19" descr=""/>
          <p:cNvPicPr/>
          <p:nvPr/>
        </p:nvPicPr>
        <p:blipFill>
          <a:blip r:embed="rId1"/>
          <a:stretch/>
        </p:blipFill>
        <p:spPr>
          <a:xfrm>
            <a:off x="-18360" y="0"/>
            <a:ext cx="6676920" cy="6219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1" name="Picture 8" descr=""/>
          <p:cNvPicPr/>
          <p:nvPr/>
        </p:nvPicPr>
        <p:blipFill>
          <a:blip r:embed="rId2"/>
          <a:stretch/>
        </p:blipFill>
        <p:spPr>
          <a:xfrm>
            <a:off x="0" y="5079960"/>
            <a:ext cx="12188880" cy="1774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2" name="PlaceHolder 1"/>
          <p:cNvSpPr>
            <a:spLocks noGrp="1"/>
          </p:cNvSpPr>
          <p:nvPr>
            <p:ph type="title"/>
          </p:nvPr>
        </p:nvSpPr>
        <p:spPr>
          <a:xfrm>
            <a:off x="457560" y="462960"/>
            <a:ext cx="5220360" cy="1028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3000" spc="6" strike="noStrike" u="none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Thank You For </a:t>
            </a:r>
            <a:br>
              <a:rPr sz="3000"/>
            </a:br>
            <a:r>
              <a:rPr b="1" lang="en-US" sz="3000" spc="6" strike="noStrike" u="none">
                <a:solidFill>
                  <a:srgbClr val="65bb35"/>
                </a:solidFill>
                <a:effectLst/>
                <a:uFillTx/>
                <a:latin typeface="Roboto"/>
                <a:ea typeface="Roboto"/>
              </a:rPr>
              <a:t>Your Time &amp; Attention!</a:t>
            </a:r>
            <a:endParaRPr b="0" lang="en-US" sz="3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PlaceHolder 2"/>
          <p:cNvSpPr>
            <a:spLocks noGrp="1"/>
          </p:cNvSpPr>
          <p:nvPr>
            <p:ph type="subTitle"/>
          </p:nvPr>
        </p:nvSpPr>
        <p:spPr>
          <a:xfrm>
            <a:off x="457560" y="1756080"/>
            <a:ext cx="5220360" cy="69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9999"/>
          </a:bodyPr>
          <a:p>
            <a:pPr indent="0" defTabSz="914400">
              <a:lnSpc>
                <a:spcPct val="130000"/>
              </a:lnSpc>
              <a:buNone/>
              <a:tabLst>
                <a:tab algn="l" pos="0"/>
              </a:tabLst>
            </a:pPr>
            <a:r>
              <a:rPr b="0" lang="en-US" sz="1600" spc="6" strike="noStrike" u="non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Roboto"/>
                <a:ea typeface="Roboto"/>
              </a:rPr>
              <a:t>Looking forward to having a mutually beneficial association! Assuring you of our best services always!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4" name="Straight Connector 6"/>
          <p:cNvCxnSpPr/>
          <p:nvPr/>
        </p:nvCxnSpPr>
        <p:spPr>
          <a:xfrm>
            <a:off x="524880" y="1622160"/>
            <a:ext cx="4323600" cy="3240"/>
          </a:xfrm>
          <a:prstGeom prst="straightConnector1">
            <a:avLst/>
          </a:prstGeom>
          <a:ln w="25400">
            <a:solidFill>
              <a:srgbClr val="65bb35"/>
            </a:solidFill>
            <a:round/>
          </a:ln>
        </p:spPr>
      </p:cxnSp>
      <p:cxnSp>
        <p:nvCxnSpPr>
          <p:cNvPr id="325" name="Straight Connector 5"/>
          <p:cNvCxnSpPr/>
          <p:nvPr/>
        </p:nvCxnSpPr>
        <p:spPr>
          <a:xfrm>
            <a:off x="335880" y="6301080"/>
            <a:ext cx="11523240" cy="3240"/>
          </a:xfrm>
          <a:prstGeom prst="straightConnector1">
            <a:avLst/>
          </a:prstGeom>
          <a:ln w="12700">
            <a:solidFill>
              <a:srgbClr val="d9d9d9">
                <a:alpha val="70000"/>
              </a:srgbClr>
            </a:solidFill>
            <a:round/>
          </a:ln>
        </p:spPr>
      </p:cxnSp>
      <p:sp>
        <p:nvSpPr>
          <p:cNvPr id="326" name="TextBox 9"/>
          <p:cNvSpPr/>
          <p:nvPr/>
        </p:nvSpPr>
        <p:spPr>
          <a:xfrm>
            <a:off x="147960" y="6384600"/>
            <a:ext cx="385776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1400" spc="6" strike="noStrike" u="none">
                <a:solidFill>
                  <a:schemeClr val="lt1">
                    <a:lumMod val="95000"/>
                  </a:schemeClr>
                </a:solidFill>
                <a:effectLst/>
                <a:uFillTx/>
                <a:latin typeface="Roboto"/>
                <a:ea typeface="Roboto"/>
              </a:rPr>
              <a:t>© 2023 SPEC INDIA. All Rights Reserved.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Subtitle 2"/>
          <p:cNvSpPr/>
          <p:nvPr/>
        </p:nvSpPr>
        <p:spPr>
          <a:xfrm>
            <a:off x="457560" y="2609640"/>
            <a:ext cx="233784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400" spc="6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Visit us at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6" strike="noStrike" u="sng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3"/>
              </a:rPr>
              <a:t>www.spec-india.com</a:t>
            </a:r>
            <a:r>
              <a:rPr b="0" lang="en-US" sz="1400" spc="6" strike="noStrike" u="sng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4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ubtitle 2"/>
          <p:cNvSpPr/>
          <p:nvPr/>
        </p:nvSpPr>
        <p:spPr>
          <a:xfrm>
            <a:off x="2798640" y="2609640"/>
            <a:ext cx="2337840" cy="64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400" spc="6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Write to us 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n-US" sz="1400" spc="6" strike="noStrike" u="sng">
                <a:solidFill>
                  <a:srgbClr val="0563c1"/>
                </a:solidFill>
                <a:effectLst/>
                <a:uFillTx/>
                <a:latin typeface="Roboto"/>
                <a:ea typeface="Roboto"/>
                <a:hlinkClick r:id="rId5"/>
              </a:rPr>
              <a:t>lead@spec-india.com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Subtitle 2"/>
          <p:cNvSpPr/>
          <p:nvPr/>
        </p:nvSpPr>
        <p:spPr>
          <a:xfrm>
            <a:off x="7244280" y="796680"/>
            <a:ext cx="369684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600" spc="6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India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ubtitle 2"/>
          <p:cNvSpPr/>
          <p:nvPr/>
        </p:nvSpPr>
        <p:spPr>
          <a:xfrm>
            <a:off x="7581240" y="1292040"/>
            <a:ext cx="3696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6"/>
              </a:rPr>
              <a:t>lead@spec-india.com</a:t>
            </a:r>
            <a:r>
              <a:rPr b="0" lang="en-US" sz="1400" spc="6" strike="noStrike" u="sng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7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ubtitle 2"/>
          <p:cNvSpPr/>
          <p:nvPr/>
        </p:nvSpPr>
        <p:spPr>
          <a:xfrm>
            <a:off x="7581240" y="1687680"/>
            <a:ext cx="3696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+91-79-26404031 to 34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ubtitle 2"/>
          <p:cNvSpPr/>
          <p:nvPr/>
        </p:nvSpPr>
        <p:spPr>
          <a:xfrm>
            <a:off x="7581240" y="2083320"/>
            <a:ext cx="3696840" cy="94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SPEC House”, Parth Complex,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Near Swastik Cross Roads, Navarangpura, Ahmedabad 380009, INDIA.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3" name="Straight Connector 12"/>
          <p:cNvCxnSpPr/>
          <p:nvPr/>
        </p:nvCxnSpPr>
        <p:spPr>
          <a:xfrm>
            <a:off x="7326720" y="1179720"/>
            <a:ext cx="3071520" cy="324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334" name="Picture 16" descr=""/>
          <p:cNvPicPr/>
          <p:nvPr/>
        </p:nvPicPr>
        <p:blipFill>
          <a:blip r:embed="rId8"/>
          <a:stretch/>
        </p:blipFill>
        <p:spPr>
          <a:xfrm>
            <a:off x="7326720" y="1331640"/>
            <a:ext cx="225360" cy="22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5" name="Picture 17" descr=""/>
          <p:cNvPicPr/>
          <p:nvPr/>
        </p:nvPicPr>
        <p:blipFill>
          <a:blip r:embed="rId9"/>
          <a:stretch/>
        </p:blipFill>
        <p:spPr>
          <a:xfrm>
            <a:off x="7326720" y="1727280"/>
            <a:ext cx="225360" cy="22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6" name="Picture 18" descr=""/>
          <p:cNvPicPr/>
          <p:nvPr/>
        </p:nvPicPr>
        <p:blipFill>
          <a:blip r:embed="rId10"/>
          <a:stretch/>
        </p:blipFill>
        <p:spPr>
          <a:xfrm>
            <a:off x="7328520" y="2122920"/>
            <a:ext cx="225360" cy="225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7" name="Subtitle 2"/>
          <p:cNvSpPr/>
          <p:nvPr/>
        </p:nvSpPr>
        <p:spPr>
          <a:xfrm>
            <a:off x="7244280" y="2842200"/>
            <a:ext cx="3696840" cy="40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1" lang="en-US" sz="1600" spc="6" strike="noStrike" u="none">
                <a:solidFill>
                  <a:srgbClr val="0b334c"/>
                </a:solidFill>
                <a:effectLst/>
                <a:uFillTx/>
                <a:latin typeface="Roboto"/>
                <a:ea typeface="Roboto"/>
              </a:rPr>
              <a:t>USA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Subtitle 2"/>
          <p:cNvSpPr/>
          <p:nvPr/>
        </p:nvSpPr>
        <p:spPr>
          <a:xfrm>
            <a:off x="7581240" y="3337560"/>
            <a:ext cx="3696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sng">
                <a:solidFill>
                  <a:schemeClr val="lt1"/>
                </a:solidFill>
                <a:effectLst/>
                <a:uFillTx/>
                <a:latin typeface="Roboto"/>
                <a:ea typeface="Roboto"/>
                <a:hlinkClick r:id="rId11"/>
              </a:rPr>
              <a:t>lead@spec-usa.net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ubtitle 2"/>
          <p:cNvSpPr/>
          <p:nvPr/>
        </p:nvSpPr>
        <p:spPr>
          <a:xfrm>
            <a:off x="7581240" y="3733200"/>
            <a:ext cx="36968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+ 1 908-450-9862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Subtitle 2"/>
          <p:cNvSpPr/>
          <p:nvPr/>
        </p:nvSpPr>
        <p:spPr>
          <a:xfrm>
            <a:off x="7581240" y="4128480"/>
            <a:ext cx="36968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6" strike="noStrike" u="none">
                <a:solidFill>
                  <a:schemeClr val="lt1"/>
                </a:solidFill>
                <a:effectLst/>
                <a:uFillTx/>
                <a:latin typeface="Roboto"/>
                <a:ea typeface="Roboto"/>
              </a:rPr>
              <a:t>SPEC Partner”, 350 Grove Street, Bridgewater, NJ 08807, United States.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41" name="Straight Connector 24"/>
          <p:cNvCxnSpPr/>
          <p:nvPr/>
        </p:nvCxnSpPr>
        <p:spPr>
          <a:xfrm>
            <a:off x="7326720" y="3224880"/>
            <a:ext cx="3071520" cy="3240"/>
          </a:xfrm>
          <a:prstGeom prst="straightConnector1">
            <a:avLst/>
          </a:prstGeom>
          <a:ln w="12700">
            <a:solidFill>
              <a:srgbClr val="0b334c"/>
            </a:solidFill>
            <a:round/>
          </a:ln>
        </p:spPr>
      </p:cxnSp>
      <p:pic>
        <p:nvPicPr>
          <p:cNvPr id="342" name="Picture 25" descr=""/>
          <p:cNvPicPr/>
          <p:nvPr/>
        </p:nvPicPr>
        <p:blipFill>
          <a:blip r:embed="rId12"/>
          <a:stretch/>
        </p:blipFill>
        <p:spPr>
          <a:xfrm>
            <a:off x="7326720" y="3377160"/>
            <a:ext cx="225360" cy="22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3" name="Picture 26" descr=""/>
          <p:cNvPicPr/>
          <p:nvPr/>
        </p:nvPicPr>
        <p:blipFill>
          <a:blip r:embed="rId13"/>
          <a:stretch/>
        </p:blipFill>
        <p:spPr>
          <a:xfrm>
            <a:off x="7326720" y="3772440"/>
            <a:ext cx="225360" cy="22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4" name="Picture 27" descr=""/>
          <p:cNvPicPr/>
          <p:nvPr/>
        </p:nvPicPr>
        <p:blipFill>
          <a:blip r:embed="rId14"/>
          <a:stretch/>
        </p:blipFill>
        <p:spPr>
          <a:xfrm>
            <a:off x="7328520" y="4168080"/>
            <a:ext cx="225360" cy="22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5" name="Picture 39" descr="Logo&#10;&#10;Description automatically generated">
            <a:hlinkClick r:id="rId15"/>
          </p:cNvPr>
          <p:cNvPicPr/>
          <p:nvPr/>
        </p:nvPicPr>
        <p:blipFill>
          <a:blip r:embed="rId16"/>
          <a:stretch/>
        </p:blipFill>
        <p:spPr>
          <a:xfrm>
            <a:off x="2600280" y="5526000"/>
            <a:ext cx="878760" cy="24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6" name="Picture 41" descr="A picture containing text, clipart&#10;&#10;Description automatically generated">
            <a:hlinkClick r:id="rId17"/>
          </p:cNvPr>
          <p:cNvPicPr/>
          <p:nvPr/>
        </p:nvPicPr>
        <p:blipFill>
          <a:blip r:embed="rId18"/>
          <a:stretch/>
        </p:blipFill>
        <p:spPr>
          <a:xfrm>
            <a:off x="3831120" y="5544000"/>
            <a:ext cx="1508760" cy="21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7" name="Picture 43" descr="A picture containing text, clipart&#10;&#10;Description automatically generated">
            <a:hlinkClick r:id="rId19"/>
          </p:cNvPr>
          <p:cNvPicPr/>
          <p:nvPr/>
        </p:nvPicPr>
        <p:blipFill>
          <a:blip r:embed="rId20"/>
          <a:stretch/>
        </p:blipFill>
        <p:spPr>
          <a:xfrm>
            <a:off x="5692320" y="5526000"/>
            <a:ext cx="763200" cy="24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8" name="Picture 45" descr="A picture containing text, clipart&#10;&#10;Description automatically generated">
            <a:hlinkClick r:id="rId21"/>
          </p:cNvPr>
          <p:cNvPicPr/>
          <p:nvPr/>
        </p:nvPicPr>
        <p:blipFill>
          <a:blip r:embed="rId22"/>
          <a:stretch/>
        </p:blipFill>
        <p:spPr>
          <a:xfrm>
            <a:off x="6807960" y="5526000"/>
            <a:ext cx="1279800" cy="248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9" name="Picture 47" descr="A picture containing text, transport, clipart, wheel&#10;&#10;Description automatically generated">
            <a:hlinkClick r:id="rId23"/>
          </p:cNvPr>
          <p:cNvPicPr/>
          <p:nvPr/>
        </p:nvPicPr>
        <p:blipFill>
          <a:blip r:embed="rId24"/>
          <a:stretch/>
        </p:blipFill>
        <p:spPr>
          <a:xfrm>
            <a:off x="8439840" y="5544000"/>
            <a:ext cx="1148760" cy="212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0" name="Picture 13" descr="Shape&#10;&#10;Description automatically generated">
            <a:hlinkClick r:id="rId25"/>
          </p:cNvPr>
          <p:cNvPicPr/>
          <p:nvPr/>
        </p:nvPicPr>
        <p:blipFill>
          <a:blip r:embed="rId26"/>
          <a:stretch/>
        </p:blipFill>
        <p:spPr>
          <a:xfrm>
            <a:off x="11627280" y="6429240"/>
            <a:ext cx="225360" cy="22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1" name="Picture 29" descr="A picture containing clipart&#10;&#10;Description automatically generated">
            <a:hlinkClick r:id="rId27"/>
          </p:cNvPr>
          <p:cNvPicPr/>
          <p:nvPr/>
        </p:nvPicPr>
        <p:blipFill>
          <a:blip r:embed="rId28"/>
          <a:stretch/>
        </p:blipFill>
        <p:spPr>
          <a:xfrm>
            <a:off x="11257560" y="6429240"/>
            <a:ext cx="225360" cy="22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2" name="Picture 31" descr="A picture containing text, clipart&#10;&#10;Description automatically generated">
            <a:hlinkClick r:id="rId29"/>
          </p:cNvPr>
          <p:cNvPicPr/>
          <p:nvPr/>
        </p:nvPicPr>
        <p:blipFill>
          <a:blip r:embed="rId30"/>
          <a:stretch/>
        </p:blipFill>
        <p:spPr>
          <a:xfrm>
            <a:off x="9777600" y="6429240"/>
            <a:ext cx="225360" cy="22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3" name="Picture 35" descr="A picture containing text, clipart&#10;&#10;Description automatically generated">
            <a:hlinkClick r:id="rId31"/>
          </p:cNvPr>
          <p:cNvPicPr/>
          <p:nvPr/>
        </p:nvPicPr>
        <p:blipFill>
          <a:blip r:embed="rId32"/>
          <a:stretch/>
        </p:blipFill>
        <p:spPr>
          <a:xfrm>
            <a:off x="10147320" y="6429240"/>
            <a:ext cx="225360" cy="22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4" name="Picture 37" descr="A picture containing clipart&#10;&#10;Description automatically generated">
            <a:hlinkClick r:id="rId33"/>
          </p:cNvPr>
          <p:cNvPicPr/>
          <p:nvPr/>
        </p:nvPicPr>
        <p:blipFill>
          <a:blip r:embed="rId34"/>
          <a:stretch/>
        </p:blipFill>
        <p:spPr>
          <a:xfrm>
            <a:off x="10517400" y="6429240"/>
            <a:ext cx="225360" cy="225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5" name="Picture 40" descr="A picture containing text, clipart&#10;&#10;Description automatically generated"/>
          <p:cNvPicPr/>
          <p:nvPr/>
        </p:nvPicPr>
        <p:blipFill>
          <a:blip r:embed="rId35"/>
          <a:stretch/>
        </p:blipFill>
        <p:spPr>
          <a:xfrm>
            <a:off x="6960240" y="5863680"/>
            <a:ext cx="974520" cy="149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6" name="Picture 44" descr="A picture containing text, clipart&#10;&#10;Description automatically generated"/>
          <p:cNvPicPr/>
          <p:nvPr/>
        </p:nvPicPr>
        <p:blipFill>
          <a:blip r:embed="rId36"/>
          <a:stretch/>
        </p:blipFill>
        <p:spPr>
          <a:xfrm>
            <a:off x="8526960" y="5851440"/>
            <a:ext cx="974520" cy="149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7" name="Picture 46" descr="A picture containing text, clipart&#10;&#10;Description automatically generated"/>
          <p:cNvPicPr/>
          <p:nvPr/>
        </p:nvPicPr>
        <p:blipFill>
          <a:blip r:embed="rId37"/>
          <a:stretch/>
        </p:blipFill>
        <p:spPr>
          <a:xfrm>
            <a:off x="5586480" y="5851440"/>
            <a:ext cx="974520" cy="149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8" name="Picture 49" descr="A picture containing text, clipart&#10;&#10;Description automatically generated"/>
          <p:cNvPicPr/>
          <p:nvPr/>
        </p:nvPicPr>
        <p:blipFill>
          <a:blip r:embed="rId38"/>
          <a:stretch/>
        </p:blipFill>
        <p:spPr>
          <a:xfrm>
            <a:off x="4098240" y="5863680"/>
            <a:ext cx="974520" cy="149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9" name="Picture 50" descr="A picture containing text, clipart&#10;&#10;Description automatically generated"/>
          <p:cNvPicPr/>
          <p:nvPr/>
        </p:nvPicPr>
        <p:blipFill>
          <a:blip r:embed="rId39"/>
          <a:stretch/>
        </p:blipFill>
        <p:spPr>
          <a:xfrm>
            <a:off x="2580480" y="5858280"/>
            <a:ext cx="974520" cy="149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60" name="Picture 52" descr="A picture containing text, clipart&#10;&#10;Description automatically generated">
            <a:hlinkClick r:id="rId40"/>
          </p:cNvPr>
          <p:cNvPicPr/>
          <p:nvPr/>
        </p:nvPicPr>
        <p:blipFill>
          <a:blip r:embed="rId41"/>
          <a:stretch/>
        </p:blipFill>
        <p:spPr>
          <a:xfrm>
            <a:off x="10887480" y="6428520"/>
            <a:ext cx="225360" cy="22536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61" name="Straight Connector 58"/>
          <p:cNvCxnSpPr/>
          <p:nvPr/>
        </p:nvCxnSpPr>
        <p:spPr>
          <a:xfrm>
            <a:off x="2580120" y="2716200"/>
            <a:ext cx="3240" cy="523080"/>
          </a:xfrm>
          <a:prstGeom prst="straightConnector1">
            <a:avLst/>
          </a:prstGeom>
          <a:ln w="0">
            <a:solidFill>
              <a:srgbClr val="e8e8eb"/>
            </a:solidFill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0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1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2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3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4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5.xml><?xml version="1.0" encoding="utf-8"?>
<a:theme xmlns:a="http://schemas.openxmlformats.org/drawingml/2006/main" xmlns:r="http://schemas.openxmlformats.org/officeDocument/2006/relationships" name="Office Theme 2013 - 202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</TotalTime>
  <Application>LibreOffice/25.2.5.2$Windows_X86_64 LibreOffice_project/03d19516eb2e1dd5d4ccd751a0d6f35f35e08022</Application>
  <AppVersion>15.0000</AppVersion>
  <Words>1843</Words>
  <Paragraphs>95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2023-01-02T08:33:00Z</dcterms:created>
  <dc:creator>Amar Chuhan</dc:creator>
  <dc:description/>
  <dc:language>en-US</dc:language>
  <cp:lastModifiedBy/>
  <dcterms:modified xsi:type="dcterms:W3CDTF">2025-08-22T11:25:46Z</dcterms:modified>
  <cp:revision>542</cp:revision>
  <dc:subject/>
  <dc:title>As Your IT Partner  We Have The Right SPEC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76030A7711084D6A9EBC293995FA41FD</vt:lpwstr>
  </property>
  <property fmtid="{D5CDD505-2E9C-101B-9397-08002B2CF9AE}" pid="3" name="KSOProductBuildVer">
    <vt:lpwstr>1033-11.2.0.11440</vt:lpwstr>
  </property>
  <property fmtid="{D5CDD505-2E9C-101B-9397-08002B2CF9AE}" pid="4" name="PresentationFormat">
    <vt:lpwstr>Widescreen</vt:lpwstr>
  </property>
  <property fmtid="{D5CDD505-2E9C-101B-9397-08002B2CF9AE}" pid="5" name="Slides">
    <vt:i4>8</vt:i4>
  </property>
</Properties>
</file>