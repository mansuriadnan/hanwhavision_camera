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B4C78-ED4B-02F3-99E7-FF1C2D7A8DE9}" v="475" dt="2025-09-24T09:08:10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8160" cy="48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CustomShape 1"/>
          <p:cNvSpPr/>
          <p:nvPr/>
        </p:nvSpPr>
        <p:spPr>
          <a:xfrm>
            <a:off x="364680" y="1778040"/>
            <a:ext cx="4803840" cy="9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Hanwha Vision </a:t>
            </a:r>
            <a:br>
              <a:rPr sz="1800" dirty="0"/>
            </a:b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15th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July’25 – 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30th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July’25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ne 2"/>
          <p:cNvSpPr/>
          <p:nvPr/>
        </p:nvSpPr>
        <p:spPr>
          <a:xfrm>
            <a:off x="364320" y="2859480"/>
            <a:ext cx="495324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7920" cy="101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4080" cy="52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stomShape 3"/>
          <p:cNvSpPr/>
          <p:nvPr/>
        </p:nvSpPr>
        <p:spPr>
          <a:xfrm>
            <a:off x="3657600" y="2921040"/>
            <a:ext cx="1715400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Hiten Parmar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448560" y="1270800"/>
            <a:ext cx="821016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Highlights of the work done in two weeks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051920"/>
            <a:ext cx="9990360" cy="3067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Back end development of Client Application: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Worked on schedule report service for csv issue.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Solved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signalR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receiving wrong data while select different zones.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Solved duplicate event name issue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Worked on admin user from user interface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Worked on </a:t>
            </a:r>
            <a:r>
              <a:rPr lang="en-US" sz="1400" dirty="0" err="1">
                <a:solidFill>
                  <a:srgbClr val="000000"/>
                </a:solidFill>
                <a:latin typeface="Calibri"/>
                <a:cs typeface="Arial"/>
              </a:rPr>
              <a:t>singalR</a:t>
            </a: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/>
                <a:cs typeface="Arial"/>
              </a:rPr>
              <a:t>chages</a:t>
            </a: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 for map plan widget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endParaRPr lang="en-US" sz="1400" dirty="0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marL="431800" lvl="1" indent="-2159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IN"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07960" y="126000"/>
            <a:ext cx="1114416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Roadblocks / issues if any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236600"/>
            <a:ext cx="11403360" cy="4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Not have any point.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Improvement Points Identified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5880"/>
            <a:ext cx="114033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Any New Problem Statement Seen / Identified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64680"/>
            <a:ext cx="110649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7960" y="126000"/>
            <a:ext cx="1082844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Achievements/Extra mile of the week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198800"/>
            <a:ext cx="9670320" cy="346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have been no achievements recorded in the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DejaVu Sans"/>
              </a:rPr>
              <a:t>last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two weeks of July 2025.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ustomShape 1"/>
          <p:cNvSpPr/>
          <p:nvPr/>
        </p:nvSpPr>
        <p:spPr>
          <a:xfrm>
            <a:off x="457560" y="462960"/>
            <a:ext cx="5219640" cy="10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1800"/>
            </a:b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560" y="1756080"/>
            <a:ext cx="521964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Line 3"/>
          <p:cNvSpPr/>
          <p:nvPr/>
        </p:nvSpPr>
        <p:spPr>
          <a:xfrm>
            <a:off x="524880" y="1622160"/>
            <a:ext cx="432036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Line 4"/>
          <p:cNvSpPr/>
          <p:nvPr/>
        </p:nvSpPr>
        <p:spPr>
          <a:xfrm>
            <a:off x="335880" y="630108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61640" y="6384600"/>
            <a:ext cx="382896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45756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279864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7244280" y="79668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7581240" y="129204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7581240" y="168768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7581240" y="2083320"/>
            <a:ext cx="3696120" cy="94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Line 12"/>
          <p:cNvSpPr/>
          <p:nvPr/>
        </p:nvSpPr>
        <p:spPr>
          <a:xfrm>
            <a:off x="7326720" y="117972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CustomShape 13"/>
          <p:cNvSpPr/>
          <p:nvPr/>
        </p:nvSpPr>
        <p:spPr>
          <a:xfrm>
            <a:off x="7244280" y="284220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stomShape 14"/>
          <p:cNvSpPr/>
          <p:nvPr/>
        </p:nvSpPr>
        <p:spPr>
          <a:xfrm>
            <a:off x="7581240" y="333756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15"/>
          <p:cNvSpPr/>
          <p:nvPr/>
        </p:nvSpPr>
        <p:spPr>
          <a:xfrm>
            <a:off x="7581240" y="373320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16"/>
          <p:cNvSpPr/>
          <p:nvPr/>
        </p:nvSpPr>
        <p:spPr>
          <a:xfrm>
            <a:off x="7581240" y="4128480"/>
            <a:ext cx="3696120" cy="51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Line 17"/>
          <p:cNvSpPr/>
          <p:nvPr/>
        </p:nvSpPr>
        <p:spPr>
          <a:xfrm>
            <a:off x="7326720" y="322488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7804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0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24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790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4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Line 18"/>
          <p:cNvSpPr/>
          <p:nvPr/>
        </p:nvSpPr>
        <p:spPr>
          <a:xfrm>
            <a:off x="2580120" y="2716200"/>
            <a:ext cx="36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5656</TotalTim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/>
  <cp:revision>523</cp:revision>
  <dcterms:created xsi:type="dcterms:W3CDTF">2023-01-02T08:33:04Z</dcterms:created>
  <dcterms:modified xsi:type="dcterms:W3CDTF">2025-09-24T09:08:21Z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8</vt:i4>
  </property>
</Properties>
</file>