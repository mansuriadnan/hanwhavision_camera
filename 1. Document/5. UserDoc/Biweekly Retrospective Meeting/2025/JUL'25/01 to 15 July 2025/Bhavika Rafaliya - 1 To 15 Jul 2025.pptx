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8" r:id="rId3"/>
    <p:sldMasterId id="2147483670" r:id="rId4"/>
    <p:sldMasterId id="2147483672" r:id="rId5"/>
    <p:sldMasterId id="2147483674" r:id="rId6"/>
    <p:sldMasterId id="2147483676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0" r:id="rId14"/>
    <p:sldMasterId id="2147483692" r:id="rId15"/>
    <p:sldMasterId id="2147483694" r:id="rId16"/>
    <p:sldMasterId id="2147483696" r:id="rId17"/>
    <p:sldMasterId id="2147483698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4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6.xml"/><Relationship Id="rId6" Type="http://schemas.openxmlformats.org/officeDocument/2006/relationships/slideMaster" Target="slideMasters/slideMaster17.xml"/><Relationship Id="rId7" Type="http://schemas.openxmlformats.org/officeDocument/2006/relationships/slideMaster" Target="slideMasters/slideMaster18.xml"/><Relationship Id="rId8" Type="http://schemas.openxmlformats.org/officeDocument/2006/relationships/slideMaster" Target="slideMasters/slideMaster19.xml"/><Relationship Id="rId9" Type="http://schemas.openxmlformats.org/officeDocument/2006/relationships/slideMaster" Target="slideMasters/slideMaster20.xml"/><Relationship Id="rId10" Type="http://schemas.openxmlformats.org/officeDocument/2006/relationships/slideMaster" Target="slideMasters/slideMaster21.xml"/><Relationship Id="rId11" Type="http://schemas.openxmlformats.org/officeDocument/2006/relationships/slideMaster" Target="slideMasters/slideMaster22.xml"/><Relationship Id="rId12" Type="http://schemas.openxmlformats.org/officeDocument/2006/relationships/slideMaster" Target="slideMasters/slideMaster23.xml"/><Relationship Id="rId13" Type="http://schemas.openxmlformats.org/officeDocument/2006/relationships/slideMaster" Target="slideMasters/slideMaster24.xml"/><Relationship Id="rId14" Type="http://schemas.openxmlformats.org/officeDocument/2006/relationships/slideMaster" Target="slideMasters/slideMaster25.xml"/><Relationship Id="rId15" Type="http://schemas.openxmlformats.org/officeDocument/2006/relationships/slideMaster" Target="slideMasters/slideMaster26.xml"/><Relationship Id="rId16" Type="http://schemas.openxmlformats.org/officeDocument/2006/relationships/slideMaster" Target="slideMasters/slideMaster27.xml"/><Relationship Id="rId17" Type="http://schemas.openxmlformats.org/officeDocument/2006/relationships/slideMaster" Target="slideMasters/slideMaster28.xml"/><Relationship Id="rId18" Type="http://schemas.openxmlformats.org/officeDocument/2006/relationships/slideMaster" Target="slideMasters/slideMaster2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863931-D58F-4A7E-885A-581E283DA01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728D7D-6B79-432D-A2C9-4461F98849A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4BBEC2-6169-4F56-9636-EF81C70D0B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E86DD1-58A0-4AF0-9CAD-A1C70D5DC1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63E67C-4969-49F5-A7A2-1750DB60B94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B0F16A-18EC-4181-A3DC-806173E9B0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071A9B1-E000-488E-B5A1-C5A5F671AEA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3409767-0C0E-42B5-8F15-960F638DAE9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2007856-55B8-4C8E-8999-628ED052051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C4414E-05AC-4FEF-90CF-82739C860A0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B1AF092-D87D-496F-9000-41B144D189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406836E-5CDF-45BB-A01C-BA7DDE12334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8D53B61-C6C6-496B-B844-11927EDDEFE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0D8EE7-6B61-4F2C-A1ED-A9E7798545D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C14ED6-BFAD-464D-8416-14BBDED56A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F65CBFB-A9D2-4A2D-B7B7-3DC3EFF9436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70F3BE7-9A68-48D6-B365-F5BA136749A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63505B8-18BF-4A5F-8AE7-811FCD5EA3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653EDAE-9F6F-44C2-9F92-E243D84EE41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DA428A6-79EF-4E29-9504-A876DB847C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F3DE256-1963-4C2D-82DB-6D9BE275F6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E1CC806E-46AF-4EBC-916F-D4999BB8F5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06E4B3C0-A391-453F-826E-8766F5270F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38549CB6-5DF1-4154-B5A9-C967365849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6E462A5-6480-405C-931F-D682910B74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EEA48DB7-9B29-49F7-902C-51BB04FA48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DD4EE563-62F5-4056-90AD-0649DE84B0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194162D9-C209-437E-9D67-952FEE9C1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E42BB9EB-FAB2-4EE5-B05D-B18E8FCA61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413A5824-BB33-4891-881D-ECE358B06B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2EC35A38-13FB-40ED-BACC-DD94F43A66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F30B502A-BD71-4DBD-A7F3-E2056E6C18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BB193287-C002-43AA-93C8-66F9A178BB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370AAB33-0D20-4DA5-87F2-379EB0D3CD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539326C8-05E8-472C-B434-27F39D44D8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300AD7C-4CD5-4B57-A403-EDCB1B02B9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EF1987-51AE-435D-9870-E5E27E6732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A194197-DCB9-4E7F-944A-DA68C2B116B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B5CB5FA-A3B5-4797-9082-6CBFEE57EB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9D28B84-A4CC-419A-A9B6-6D32AC88CF6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1421B1-AB39-45CA-ABBD-8BB682C8917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B15A53D-4CBF-4780-845C-313BB9259A1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7D48EEF-A0AA-4BA9-923E-E7909E1714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31E86EF-8CAC-4EC3-B264-843762A339D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6A34B65-9C3A-45FE-853A-D95484F3467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894247D-5065-49DE-B1C4-B9BEABF3B00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85C1016-7194-488A-8B4C-BBC34D09AF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4D695DA-F546-4B52-9733-6B899F43C3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486888E-AA03-4C57-AB94-AA5818EE9D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79FD98-7399-4952-98C7-90AE36B4AA9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F25EF33-1D6E-486A-BED8-8D5C45166E3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720" cy="622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90680" cy="48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2160" cy="120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1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 Jul’25 – 15th 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Jul’25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Straight Connector 6"/>
          <p:cNvCxnSpPr/>
          <p:nvPr/>
        </p:nvCxnSpPr>
        <p:spPr>
          <a:xfrm>
            <a:off x="364320" y="2859480"/>
            <a:ext cx="4954680" cy="14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66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70440" cy="10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9400" y="382320"/>
            <a:ext cx="1776600" cy="5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Box 2"/>
          <p:cNvSpPr/>
          <p:nvPr/>
        </p:nvSpPr>
        <p:spPr>
          <a:xfrm>
            <a:off x="3522960" y="2935440"/>
            <a:ext cx="2311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200" cy="3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72" name="TextBox 12"/>
          <p:cNvSpPr/>
          <p:nvPr/>
        </p:nvSpPr>
        <p:spPr>
          <a:xfrm>
            <a:off x="326520" y="6380280"/>
            <a:ext cx="407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448920" y="1262880"/>
            <a:ext cx="915660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6480" cy="3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0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448920" y="807480"/>
            <a:ext cx="11405880" cy="54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Worked on round-4 bugs.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Report: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Report PDF design issue fixes.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Add header &amp;  footer in report pdf.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Report testing and bug fixes.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Worked on Report scheduler section under Settings &gt; General.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R&amp;D for emailing PDF reports automatically via scheduled cron job.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generating PDF automatically via scheduled cron job.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Checked the People in/out widget.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200" cy="3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7" name="TextBox 12"/>
          <p:cNvSpPr/>
          <p:nvPr/>
        </p:nvSpPr>
        <p:spPr>
          <a:xfrm>
            <a:off x="326520" y="6380280"/>
            <a:ext cx="407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440640" y="1352520"/>
            <a:ext cx="11405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7200" cy="65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95" name="TextBox 12"/>
          <p:cNvSpPr/>
          <p:nvPr/>
        </p:nvSpPr>
        <p:spPr>
          <a:xfrm>
            <a:off x="326520" y="6380280"/>
            <a:ext cx="407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448560" y="1325160"/>
            <a:ext cx="1140588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6480" cy="65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03" name="TextBox 12"/>
          <p:cNvSpPr/>
          <p:nvPr/>
        </p:nvSpPr>
        <p:spPr>
          <a:xfrm>
            <a:off x="326520" y="6380280"/>
            <a:ext cx="407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448560" y="1325160"/>
            <a:ext cx="1140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3200" cy="3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0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11" name="TextBox 12"/>
          <p:cNvSpPr/>
          <p:nvPr/>
        </p:nvSpPr>
        <p:spPr>
          <a:xfrm>
            <a:off x="326520" y="6380280"/>
            <a:ext cx="407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448560" y="1225800"/>
            <a:ext cx="114058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720" cy="622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160" cy="10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160" cy="69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Straight Connector 6"/>
          <p:cNvCxnSpPr/>
          <p:nvPr/>
        </p:nvCxnSpPr>
        <p:spPr>
          <a:xfrm>
            <a:off x="524880" y="1622160"/>
            <a:ext cx="4321800" cy="14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21" name="Straight Connector 5"/>
          <p:cNvCxnSpPr/>
          <p:nvPr/>
        </p:nvCxnSpPr>
        <p:spPr>
          <a:xfrm>
            <a:off x="335880" y="6301080"/>
            <a:ext cx="11521440" cy="144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22" name="TextBox 9"/>
          <p:cNvSpPr/>
          <p:nvPr/>
        </p:nvSpPr>
        <p:spPr>
          <a:xfrm>
            <a:off x="135720" y="6384600"/>
            <a:ext cx="38851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ubtitle 2"/>
          <p:cNvSpPr/>
          <p:nvPr/>
        </p:nvSpPr>
        <p:spPr>
          <a:xfrm>
            <a:off x="457560" y="2609640"/>
            <a:ext cx="233964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ubtitle 2"/>
          <p:cNvSpPr/>
          <p:nvPr/>
        </p:nvSpPr>
        <p:spPr>
          <a:xfrm>
            <a:off x="2798640" y="2609640"/>
            <a:ext cx="233964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ubtitle 2"/>
          <p:cNvSpPr/>
          <p:nvPr/>
        </p:nvSpPr>
        <p:spPr>
          <a:xfrm>
            <a:off x="7244280" y="796680"/>
            <a:ext cx="36986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ubtitle 2"/>
          <p:cNvSpPr/>
          <p:nvPr/>
        </p:nvSpPr>
        <p:spPr>
          <a:xfrm>
            <a:off x="7581240" y="129204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ubtitle 2"/>
          <p:cNvSpPr/>
          <p:nvPr/>
        </p:nvSpPr>
        <p:spPr>
          <a:xfrm>
            <a:off x="7581240" y="168768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ubtitle 2"/>
          <p:cNvSpPr/>
          <p:nvPr/>
        </p:nvSpPr>
        <p:spPr>
          <a:xfrm>
            <a:off x="7581240" y="2083320"/>
            <a:ext cx="3698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Straight Connector 12"/>
          <p:cNvCxnSpPr/>
          <p:nvPr/>
        </p:nvCxnSpPr>
        <p:spPr>
          <a:xfrm>
            <a:off x="7326720" y="1179720"/>
            <a:ext cx="3069720" cy="14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30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Subtitle 2"/>
          <p:cNvSpPr/>
          <p:nvPr/>
        </p:nvSpPr>
        <p:spPr>
          <a:xfrm>
            <a:off x="7244280" y="2842200"/>
            <a:ext cx="36986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ubtitle 2"/>
          <p:cNvSpPr/>
          <p:nvPr/>
        </p:nvSpPr>
        <p:spPr>
          <a:xfrm>
            <a:off x="7581240" y="333756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ubtitle 2"/>
          <p:cNvSpPr/>
          <p:nvPr/>
        </p:nvSpPr>
        <p:spPr>
          <a:xfrm>
            <a:off x="7581240" y="373320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ubtitle 2"/>
          <p:cNvSpPr/>
          <p:nvPr/>
        </p:nvSpPr>
        <p:spPr>
          <a:xfrm>
            <a:off x="7581240" y="4128480"/>
            <a:ext cx="3698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Straight Connector 24"/>
          <p:cNvCxnSpPr/>
          <p:nvPr/>
        </p:nvCxnSpPr>
        <p:spPr>
          <a:xfrm>
            <a:off x="7326720" y="3224880"/>
            <a:ext cx="3069720" cy="14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38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8056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10560" cy="2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500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160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50560" cy="2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7" name="Straight Connector 58"/>
          <p:cNvCxnSpPr/>
          <p:nvPr/>
        </p:nvCxnSpPr>
        <p:spPr>
          <a:xfrm>
            <a:off x="2580120" y="2716200"/>
            <a:ext cx="1440" cy="52128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Application>LibreOffice/25.2.4.3$Windows_X86_64 LibreOffice_project/33e196637044ead23f5c3226cde09b47731f7e27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2025-07-22T12:21:12Z</dcterms:modified>
  <cp:revision>1142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