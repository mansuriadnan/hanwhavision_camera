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image" Target="../media/image5.wmf"/><Relationship Id="rId6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6.wmf"/><Relationship Id="rId9" Type="http://schemas.openxmlformats.org/officeDocument/2006/relationships/image" Target="../media/image7.wmf"/><Relationship Id="rId10" Type="http://schemas.openxmlformats.org/officeDocument/2006/relationships/image" Target="../media/image8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6.wmf"/><Relationship Id="rId13" Type="http://schemas.openxmlformats.org/officeDocument/2006/relationships/image" Target="../media/image7.wmf"/><Relationship Id="rId14" Type="http://schemas.openxmlformats.org/officeDocument/2006/relationships/image" Target="../media/image8.wmf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Relationship Id="rId18" Type="http://schemas.openxmlformats.org/officeDocument/2006/relationships/image" Target="../media/image12.png"/><Relationship Id="rId19" Type="http://schemas.openxmlformats.org/officeDocument/2006/relationships/image" Target="../media/image13.png"/><Relationship Id="rId20" Type="http://schemas.openxmlformats.org/officeDocument/2006/relationships/image" Target="../media/image14.png"/><Relationship Id="rId21" Type="http://schemas.openxmlformats.org/officeDocument/2006/relationships/image" Target="../media/image15.png"/><Relationship Id="rId22" Type="http://schemas.openxmlformats.org/officeDocument/2006/relationships/image" Target="../media/image16.png"/><Relationship Id="rId23" Type="http://schemas.openxmlformats.org/officeDocument/2006/relationships/image" Target="../media/image17.png"/><Relationship Id="rId24" Type="http://schemas.openxmlformats.org/officeDocument/2006/relationships/image" Target="../media/image18.png"/><Relationship Id="rId25" Type="http://schemas.openxmlformats.org/officeDocument/2006/relationships/image" Target="../media/image19.png"/><Relationship Id="rId26" Type="http://schemas.openxmlformats.org/officeDocument/2006/relationships/image" Target="../media/image20.png"/><Relationship Id="rId27" Type="http://schemas.openxmlformats.org/officeDocument/2006/relationships/image" Target="../media/image20.png"/><Relationship Id="rId28" Type="http://schemas.openxmlformats.org/officeDocument/2006/relationships/image" Target="../media/image19.png"/><Relationship Id="rId29" Type="http://schemas.openxmlformats.org/officeDocument/2006/relationships/image" Target="../media/image20.png"/><Relationship Id="rId30" Type="http://schemas.openxmlformats.org/officeDocument/2006/relationships/image" Target="../media/image21.png"/><Relationship Id="rId31" Type="http://schemas.openxmlformats.org/officeDocument/2006/relationships/slideLayout" Target="../slideLayouts/slideLayout3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6200" cy="621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8160" cy="177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88160" cy="482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CustomShape 1"/>
          <p:cNvSpPr/>
          <p:nvPr/>
        </p:nvSpPr>
        <p:spPr>
          <a:xfrm>
            <a:off x="364680" y="1778040"/>
            <a:ext cx="4803840" cy="96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</a:pPr>
            <a:r>
              <a:rPr b="1" lang="en-US" sz="3000" strike="noStrike" u="none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Hanwha Vision </a:t>
            </a:r>
            <a:br>
              <a:rPr sz="1800"/>
            </a:br>
            <a:r>
              <a:rPr b="1" lang="en-US" sz="3000" strike="noStrike" u="none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1St July’25 – 15th July’25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Line 2"/>
          <p:cNvSpPr/>
          <p:nvPr/>
        </p:nvSpPr>
        <p:spPr>
          <a:xfrm>
            <a:off x="364320" y="2859480"/>
            <a:ext cx="4953240" cy="36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1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67920" cy="101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4" descr=""/>
          <p:cNvPicPr/>
          <p:nvPr/>
        </p:nvPicPr>
        <p:blipFill>
          <a:blip r:embed="rId5"/>
          <a:stretch/>
        </p:blipFill>
        <p:spPr>
          <a:xfrm>
            <a:off x="524880" y="611280"/>
            <a:ext cx="1774080" cy="52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CustomShape 3"/>
          <p:cNvSpPr/>
          <p:nvPr/>
        </p:nvSpPr>
        <p:spPr>
          <a:xfrm>
            <a:off x="3657600" y="2921040"/>
            <a:ext cx="171540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</a:pPr>
            <a:r>
              <a:rPr b="1" lang="en-US" sz="2000" strike="noStrike" u="none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Hiten Parmar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507960" y="126000"/>
            <a:ext cx="747468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9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trike="noStrike" u="sng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CustomShape 7"/>
          <p:cNvSpPr/>
          <p:nvPr/>
        </p:nvSpPr>
        <p:spPr>
          <a:xfrm>
            <a:off x="448560" y="1270800"/>
            <a:ext cx="8210160" cy="25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Parth Jotangiya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Jayendra Makvana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Adnan Mansuri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Hiten Parmar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Rashmi Patel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Hasti Kaneriya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Bhavika Gamdha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507960" y="126000"/>
            <a:ext cx="1115100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Highlights of the work done in two weeks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5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27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trike="noStrike" u="sng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CustomShape 7"/>
          <p:cNvSpPr/>
          <p:nvPr/>
        </p:nvSpPr>
        <p:spPr>
          <a:xfrm>
            <a:off x="448560" y="1051920"/>
            <a:ext cx="9990360" cy="46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26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Back end development of Client Application: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Implemented log system for background services.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Check isDeleted condition in though out project and fixed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Solve bug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People &amp; vehicle in-out widget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People &amp; vehicle utilization widget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Add update site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SignalR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Gender wise people counting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Dashboard, floor &amp; zone duplication issue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Different camera widget apis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Device stream latency issue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507960" y="126000"/>
            <a:ext cx="11144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Roadblocks / issues if any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35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trike="noStrike" u="sng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ustomShape 7"/>
          <p:cNvSpPr/>
          <p:nvPr/>
        </p:nvSpPr>
        <p:spPr>
          <a:xfrm>
            <a:off x="448560" y="1236600"/>
            <a:ext cx="1140336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Not have any point.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507960" y="126000"/>
            <a:ext cx="747468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Improvement Points Identified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43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trike="noStrike" u="sng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ustomShape 7"/>
          <p:cNvSpPr/>
          <p:nvPr/>
        </p:nvSpPr>
        <p:spPr>
          <a:xfrm>
            <a:off x="448560" y="1235880"/>
            <a:ext cx="114033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Need to Improve communication skill.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7" name="CustomShape 2"/>
          <p:cNvSpPr/>
          <p:nvPr/>
        </p:nvSpPr>
        <p:spPr>
          <a:xfrm>
            <a:off x="507960" y="126000"/>
            <a:ext cx="1115100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Any New Problem Statement Seen / Identified * If any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9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1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trike="noStrike" u="sng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CustomShape 7"/>
          <p:cNvSpPr/>
          <p:nvPr/>
        </p:nvSpPr>
        <p:spPr>
          <a:xfrm>
            <a:off x="448560" y="1264680"/>
            <a:ext cx="110649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There is no any problem statement identified yet.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507960" y="126000"/>
            <a:ext cx="1082844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Achievements/Extra mile of the week * if any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7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9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trike="noStrike" u="sng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CustomShape 7"/>
          <p:cNvSpPr/>
          <p:nvPr/>
        </p:nvSpPr>
        <p:spPr>
          <a:xfrm>
            <a:off x="448560" y="1198800"/>
            <a:ext cx="96703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There have been no achievements recorded in the first two weeks of July 2025.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6200" cy="621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8160" cy="177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CustomShape 1"/>
          <p:cNvSpPr/>
          <p:nvPr/>
        </p:nvSpPr>
        <p:spPr>
          <a:xfrm>
            <a:off x="457560" y="462960"/>
            <a:ext cx="5219640" cy="10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20000"/>
              </a:lnSpc>
            </a:pPr>
            <a:r>
              <a:rPr b="1" lang="en-US" sz="3000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1800"/>
            </a:br>
            <a:r>
              <a:rPr b="1" lang="en-US" sz="3000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457560" y="1756080"/>
            <a:ext cx="521964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5000" lnSpcReduction="9999"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Line 3"/>
          <p:cNvSpPr/>
          <p:nvPr/>
        </p:nvSpPr>
        <p:spPr>
          <a:xfrm>
            <a:off x="524880" y="1622160"/>
            <a:ext cx="4320360" cy="36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7" name="Line 4"/>
          <p:cNvSpPr/>
          <p:nvPr/>
        </p:nvSpPr>
        <p:spPr>
          <a:xfrm>
            <a:off x="335880" y="630108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8" name="CustomShape 5"/>
          <p:cNvSpPr/>
          <p:nvPr/>
        </p:nvSpPr>
        <p:spPr>
          <a:xfrm>
            <a:off x="161640" y="6384600"/>
            <a:ext cx="382896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f2f2f2"/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ustomShape 6"/>
          <p:cNvSpPr/>
          <p:nvPr/>
        </p:nvSpPr>
        <p:spPr>
          <a:xfrm>
            <a:off x="457560" y="2609640"/>
            <a:ext cx="23371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-US" sz="1400" strike="noStrike" u="sng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trike="noStrike" u="sng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ustomShape 7"/>
          <p:cNvSpPr/>
          <p:nvPr/>
        </p:nvSpPr>
        <p:spPr>
          <a:xfrm>
            <a:off x="2798640" y="2609640"/>
            <a:ext cx="23371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-US" sz="1400" strike="noStrike" u="sng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CustomShape 8"/>
          <p:cNvSpPr/>
          <p:nvPr/>
        </p:nvSpPr>
        <p:spPr>
          <a:xfrm>
            <a:off x="7244280" y="796680"/>
            <a:ext cx="3696120" cy="4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CustomShape 9"/>
          <p:cNvSpPr/>
          <p:nvPr/>
        </p:nvSpPr>
        <p:spPr>
          <a:xfrm>
            <a:off x="7581240" y="129204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sng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trike="noStrike" u="sng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7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CustomShape 10"/>
          <p:cNvSpPr/>
          <p:nvPr/>
        </p:nvSpPr>
        <p:spPr>
          <a:xfrm>
            <a:off x="7581240" y="168768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ustomShape 11"/>
          <p:cNvSpPr/>
          <p:nvPr/>
        </p:nvSpPr>
        <p:spPr>
          <a:xfrm>
            <a:off x="7581240" y="2083320"/>
            <a:ext cx="369612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Line 12"/>
          <p:cNvSpPr/>
          <p:nvPr/>
        </p:nvSpPr>
        <p:spPr>
          <a:xfrm>
            <a:off x="7326720" y="1179720"/>
            <a:ext cx="3068280" cy="36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76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CustomShape 13"/>
          <p:cNvSpPr/>
          <p:nvPr/>
        </p:nvSpPr>
        <p:spPr>
          <a:xfrm>
            <a:off x="7244280" y="2842200"/>
            <a:ext cx="3696120" cy="4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CustomShape 14"/>
          <p:cNvSpPr/>
          <p:nvPr/>
        </p:nvSpPr>
        <p:spPr>
          <a:xfrm>
            <a:off x="7581240" y="333756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sng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CustomShape 15"/>
          <p:cNvSpPr/>
          <p:nvPr/>
        </p:nvSpPr>
        <p:spPr>
          <a:xfrm>
            <a:off x="7581240" y="373320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CustomShape 16"/>
          <p:cNvSpPr/>
          <p:nvPr/>
        </p:nvSpPr>
        <p:spPr>
          <a:xfrm>
            <a:off x="7581240" y="4128480"/>
            <a:ext cx="369612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Line 17"/>
          <p:cNvSpPr/>
          <p:nvPr/>
        </p:nvSpPr>
        <p:spPr>
          <a:xfrm>
            <a:off x="7326720" y="3224880"/>
            <a:ext cx="3068280" cy="36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84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Picture 39" descr="Logo&#10;&#10;Description automatically generated"/>
          <p:cNvPicPr/>
          <p:nvPr/>
        </p:nvPicPr>
        <p:blipFill>
          <a:blip r:embed="rId15"/>
          <a:stretch/>
        </p:blipFill>
        <p:spPr>
          <a:xfrm>
            <a:off x="2600280" y="5526000"/>
            <a:ext cx="87804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Picture 41" descr="A picture containing text, clipart&#10;&#10;Description automatically generated"/>
          <p:cNvPicPr/>
          <p:nvPr/>
        </p:nvPicPr>
        <p:blipFill>
          <a:blip r:embed="rId16"/>
          <a:stretch/>
        </p:blipFill>
        <p:spPr>
          <a:xfrm>
            <a:off x="3831120" y="5544000"/>
            <a:ext cx="15080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Picture 43" descr="A picture containing text, clipart&#10;&#10;Description automatically generated"/>
          <p:cNvPicPr/>
          <p:nvPr/>
        </p:nvPicPr>
        <p:blipFill>
          <a:blip r:embed="rId17"/>
          <a:stretch/>
        </p:blipFill>
        <p:spPr>
          <a:xfrm>
            <a:off x="5692320" y="5526000"/>
            <a:ext cx="76248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Picture 45" descr="A picture containing text, clipart&#10;&#10;Description automatically generated"/>
          <p:cNvPicPr/>
          <p:nvPr/>
        </p:nvPicPr>
        <p:blipFill>
          <a:blip r:embed="rId18"/>
          <a:stretch/>
        </p:blipFill>
        <p:spPr>
          <a:xfrm>
            <a:off x="6807960" y="5526000"/>
            <a:ext cx="127908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Picture 47" descr="A picture containing text, transport, clipart, wheel&#10;&#10;Description automatically generated"/>
          <p:cNvPicPr/>
          <p:nvPr/>
        </p:nvPicPr>
        <p:blipFill>
          <a:blip r:embed="rId19"/>
          <a:stretch/>
        </p:blipFill>
        <p:spPr>
          <a:xfrm>
            <a:off x="8439840" y="5544000"/>
            <a:ext cx="11480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Picture 13" descr="Shape&#10;&#10;Description automatically generated"/>
          <p:cNvPicPr/>
          <p:nvPr/>
        </p:nvPicPr>
        <p:blipFill>
          <a:blip r:embed="rId20"/>
          <a:stretch/>
        </p:blipFill>
        <p:spPr>
          <a:xfrm>
            <a:off x="1162728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Picture 29" descr="A picture containing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1125756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Picture 31" descr="A picture containing text, clipart&#10;&#10;Description automatically generated"/>
          <p:cNvPicPr/>
          <p:nvPr/>
        </p:nvPicPr>
        <p:blipFill>
          <a:blip r:embed="rId22"/>
          <a:stretch/>
        </p:blipFill>
        <p:spPr>
          <a:xfrm>
            <a:off x="977760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Picture 35" descr="A picture containing text, clipart&#10;&#10;Description automatically generated"/>
          <p:cNvPicPr/>
          <p:nvPr/>
        </p:nvPicPr>
        <p:blipFill>
          <a:blip r:embed="rId23"/>
          <a:stretch/>
        </p:blipFill>
        <p:spPr>
          <a:xfrm>
            <a:off x="1014732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Picture 37" descr="A picture containing clipart&#10;&#10;Description automatically generated"/>
          <p:cNvPicPr/>
          <p:nvPr/>
        </p:nvPicPr>
        <p:blipFill>
          <a:blip r:embed="rId24"/>
          <a:stretch/>
        </p:blipFill>
        <p:spPr>
          <a:xfrm>
            <a:off x="1051740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Picture 40" descr="A picture containing text, clipart&#10;&#10;Description automatically generated"/>
          <p:cNvPicPr/>
          <p:nvPr/>
        </p:nvPicPr>
        <p:blipFill>
          <a:blip r:embed="rId25"/>
          <a:stretch/>
        </p:blipFill>
        <p:spPr>
          <a:xfrm>
            <a:off x="6960240" y="58636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Picture 44" descr="A picture containing text, clipart&#10;&#10;Description automatically generated"/>
          <p:cNvPicPr/>
          <p:nvPr/>
        </p:nvPicPr>
        <p:blipFill>
          <a:blip r:embed="rId26"/>
          <a:stretch/>
        </p:blipFill>
        <p:spPr>
          <a:xfrm>
            <a:off x="8526960" y="585144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Picture 46" descr="A picture containing text, clipart&#10;&#10;Description automatically generated"/>
          <p:cNvPicPr/>
          <p:nvPr/>
        </p:nvPicPr>
        <p:blipFill>
          <a:blip r:embed="rId27"/>
          <a:stretch/>
        </p:blipFill>
        <p:spPr>
          <a:xfrm>
            <a:off x="5586480" y="585144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Picture 49" descr="A picture containing text, clipart&#10;&#10;Description automatically generated"/>
          <p:cNvPicPr/>
          <p:nvPr/>
        </p:nvPicPr>
        <p:blipFill>
          <a:blip r:embed="rId28"/>
          <a:stretch/>
        </p:blipFill>
        <p:spPr>
          <a:xfrm>
            <a:off x="4098240" y="58636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Picture 50" descr="A picture containing text, clipart&#10;&#10;Description automatically generated"/>
          <p:cNvPicPr/>
          <p:nvPr/>
        </p:nvPicPr>
        <p:blipFill>
          <a:blip r:embed="rId29"/>
          <a:stretch/>
        </p:blipFill>
        <p:spPr>
          <a:xfrm>
            <a:off x="2580480" y="58582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Picture 52" descr="A picture containing text, clipart&#10;&#10;Description automatically generated"/>
          <p:cNvPicPr/>
          <p:nvPr/>
        </p:nvPicPr>
        <p:blipFill>
          <a:blip r:embed="rId30"/>
          <a:stretch/>
        </p:blipFill>
        <p:spPr>
          <a:xfrm>
            <a:off x="10887480" y="642852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Line 18"/>
          <p:cNvSpPr/>
          <p:nvPr/>
        </p:nvSpPr>
        <p:spPr>
          <a:xfrm>
            <a:off x="2580120" y="2716200"/>
            <a:ext cx="360" cy="519840"/>
          </a:xfrm>
          <a:prstGeom prst="line">
            <a:avLst/>
          </a:prstGeom>
          <a:ln w="38160">
            <a:solidFill>
              <a:srgbClr val="e8e8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5656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2023-01-02T08:33:04Z</dcterms:created>
  <dc:creator>Amar Chuhan</dc:creator>
  <dc:description/>
  <dc:language>en-IN</dc:language>
  <cp:lastModifiedBy/>
  <dcterms:modified xsi:type="dcterms:W3CDTF">2025-07-22T15:19:15Z</dcterms:modified>
  <cp:revision>480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Widescreen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8</vt:i4>
  </property>
</Properties>
</file>