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3"/>
    <p:sldId id="285" r:id="rId4"/>
    <p:sldId id="286" r:id="rId5"/>
    <p:sldId id="299" r:id="rId6"/>
    <p:sldId id="300" r:id="rId7"/>
    <p:sldId id="289" r:id="rId8"/>
    <p:sldId id="291" r:id="rId9"/>
    <p:sldId id="290" r:id="rId10"/>
    <p:sldId id="292" r:id="rId11"/>
    <p:sldId id="2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0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 showGuides="1">
      <p:cViewPr varScale="1">
        <p:scale>
          <a:sx n="104" d="100"/>
          <a:sy n="104" d="100"/>
        </p:scale>
        <p:origin x="1068" y="102"/>
      </p:cViewPr>
      <p:guideLst>
        <p:guide orient="horz" pos="2080"/>
        <p:guide pos="38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hyperlink" Target="http://www.spec-india.com/" TargetMode="External"/><Relationship Id="rId4" Type="http://schemas.openxmlformats.org/officeDocument/2006/relationships/image" Target="../media/image4.emf"/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hyperlink" Target="https://clutch.co/profile/spec-india" TargetMode="External"/><Relationship Id="rId8" Type="http://schemas.openxmlformats.org/officeDocument/2006/relationships/hyperlink" Target="mailto:lead@spec-usa.net" TargetMode="External"/><Relationship Id="rId7" Type="http://schemas.openxmlformats.org/officeDocument/2006/relationships/image" Target="../media/image8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hyperlink" Target="mailto:lead@spec-india.com" TargetMode="Externa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21.png"/><Relationship Id="rId31" Type="http://schemas.openxmlformats.org/officeDocument/2006/relationships/hyperlink" Target="https://www.instagram.com/spec_india" TargetMode="External"/><Relationship Id="rId30" Type="http://schemas.openxmlformats.org/officeDocument/2006/relationships/image" Target="../media/image20.png"/><Relationship Id="rId3" Type="http://schemas.openxmlformats.org/officeDocument/2006/relationships/hyperlink" Target="http://www.spec-india.com/" TargetMode="External"/><Relationship Id="rId29" Type="http://schemas.openxmlformats.org/officeDocument/2006/relationships/image" Target="../media/image19.png"/><Relationship Id="rId28" Type="http://schemas.openxmlformats.org/officeDocument/2006/relationships/image" Target="../media/image18.png"/><Relationship Id="rId27" Type="http://schemas.openxmlformats.org/officeDocument/2006/relationships/hyperlink" Target="https://twitter.com/infospec_india" TargetMode="External"/><Relationship Id="rId26" Type="http://schemas.openxmlformats.org/officeDocument/2006/relationships/image" Target="../media/image17.png"/><Relationship Id="rId25" Type="http://schemas.openxmlformats.org/officeDocument/2006/relationships/hyperlink" Target="https://www.linkedin.com/company/spec-india/mycompany/" TargetMode="External"/><Relationship Id="rId24" Type="http://schemas.openxmlformats.org/officeDocument/2006/relationships/image" Target="../media/image16.png"/><Relationship Id="rId23" Type="http://schemas.openxmlformats.org/officeDocument/2006/relationships/hyperlink" Target="https://www.facebook.com/SPECINDIA.IT" TargetMode="External"/><Relationship Id="rId22" Type="http://schemas.openxmlformats.org/officeDocument/2006/relationships/image" Target="../media/image15.png"/><Relationship Id="rId21" Type="http://schemas.openxmlformats.org/officeDocument/2006/relationships/hyperlink" Target="https://dribbble.com/specindia" TargetMode="External"/><Relationship Id="rId20" Type="http://schemas.openxmlformats.org/officeDocument/2006/relationships/image" Target="../media/image14.png"/><Relationship Id="rId2" Type="http://schemas.openxmlformats.org/officeDocument/2006/relationships/image" Target="../media/image2.emf"/><Relationship Id="rId19" Type="http://schemas.openxmlformats.org/officeDocument/2006/relationships/hyperlink" Target="https://www.behance.net/specindia" TargetMode="External"/><Relationship Id="rId18" Type="http://schemas.openxmlformats.org/officeDocument/2006/relationships/image" Target="../media/image13.png"/><Relationship Id="rId17" Type="http://schemas.openxmlformats.org/officeDocument/2006/relationships/hyperlink" Target="https://www.glassdoor.co.in/Reviews/SPEC-INDIA-Reviews-E688018.htm" TargetMode="External"/><Relationship Id="rId16" Type="http://schemas.openxmlformats.org/officeDocument/2006/relationships/image" Target="../media/image12.png"/><Relationship Id="rId15" Type="http://schemas.openxmlformats.org/officeDocument/2006/relationships/hyperlink" Target="https://www.ambitionbox.com/reviews/spec-india-reviews" TargetMode="External"/><Relationship Id="rId14" Type="http://schemas.openxmlformats.org/officeDocument/2006/relationships/image" Target="../media/image11.png"/><Relationship Id="rId13" Type="http://schemas.openxmlformats.org/officeDocument/2006/relationships/hyperlink" Target="https://g.page/r/CRApINeFYBWKEAE" TargetMode="External"/><Relationship Id="rId12" Type="http://schemas.openxmlformats.org/officeDocument/2006/relationships/image" Target="../media/image10.png"/><Relationship Id="rId11" Type="http://schemas.openxmlformats.org/officeDocument/2006/relationships/hyperlink" Target="https://www.goodfirms.co/company/spec-india" TargetMode="External"/><Relationship Id="rId10" Type="http://schemas.openxmlformats.org/officeDocument/2006/relationships/image" Target="../media/image9.png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490" y="1778000"/>
            <a:ext cx="5012055" cy="965200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1st July’25 – 15th July’25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54400" y="2920993"/>
            <a:ext cx="1922612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Gamdha</a:t>
            </a:r>
            <a:endParaRPr lang="en-US" alt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5046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General task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Show tooltip on hover of mapped camera.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Adde total capacity line in Capacity Utilization for people/vehicle widget.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floor and zone screen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Map plan widget height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Added required className in Map plan widget.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Communicate with Dhaval for design changes.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Remove space between two chart in multi bar.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space issue in multi bar chart.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multi bar width issue in below widgets (People, Vehicle, New vs Total visitor, Detect forklift).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People Vehicle In/Out Svg height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turning movement widget - Remove static data and added original data.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Implement drag and drop functionality with icon in All widgets.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Added editable widget name component in widget setup menu and removed it from 1x1 for all the widgets.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       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3753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General task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Check and resolve clear data issue in below widgets.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       - Vehicle in Wrong Direction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       - Slip and fall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       - Shopping cart queue event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       - Vehicle U Turn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       - Pedestrian Detection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people in out data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Traffic jam min max data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tooltip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Worked on reload dashboard every 1 minute.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4723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SignalR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Stopped Vehicle Detection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Wrong Way Detection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Pedestrian Detection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Speed Detection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Traffic Jam Detection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Slip And Fall Detection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Blocked Exit Detection 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Proximity Detection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Forklift Speed Detection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Queue Analysis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People Queue Analysis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Shopping Cart Counting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Counting For Forklift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NA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1400" dirty="0"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Need to improve time managment skill and turn around time (TAT) on the each assigned task. </a:t>
            </a:r>
            <a:endParaRPr lang="en-US" sz="14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407266" cy="627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identified.</a:t>
            </a: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175558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200" dirty="0"/>
              <a:t>NA</a:t>
            </a:r>
            <a:endParaRPr lang="en-US" altLang="en-IN" sz="12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  <a:endParaRPr lang="en-US" sz="3000" b="1" spc="10" dirty="0">
              <a:solidFill>
                <a:srgbClr val="65BB35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  <a:endParaRPr lang="en-US" sz="1600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  <a:endParaRPr lang="en-US" sz="1400" spc="10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8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7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19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1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3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5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7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1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2742</Words>
  <Application>WPS Presentation</Application>
  <PresentationFormat>Widescreen</PresentationFormat>
  <Paragraphs>142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SimSun</vt:lpstr>
      <vt:lpstr>Wingdings</vt:lpstr>
      <vt:lpstr>Roboto</vt:lpstr>
      <vt:lpstr>Times New Roman</vt:lpstr>
      <vt:lpstr>Roboto Medium</vt:lpstr>
      <vt:lpstr>Wingdings</vt:lpstr>
      <vt:lpstr>Calibri</vt:lpstr>
      <vt:lpstr>Microsoft YaHei</vt:lpstr>
      <vt:lpstr>Arial Unicode MS</vt:lpstr>
      <vt:lpstr>Calibri Light</vt:lpstr>
      <vt:lpstr>Verdana</vt:lpstr>
      <vt:lpstr>Calibri</vt:lpstr>
      <vt:lpstr>Office Theme 2013 - 2022</vt:lpstr>
      <vt:lpstr>Hanwha Vision  16th June’25 – 30th June’25</vt:lpstr>
      <vt:lpstr>Meeting Participants</vt:lpstr>
      <vt:lpstr>Hasti Kaneriya - Highlights of the work done in two weeks</vt:lpstr>
      <vt:lpstr>Hasti Kaneriya - Highlights of the work done in two weeks</vt:lpstr>
      <vt:lpstr>Hasti Kaneriya - Highlights of the work done in two weeks</vt:lpstr>
      <vt:lpstr>Hasti Kaneriya - Roadblocks / issues if any </vt:lpstr>
      <vt:lpstr>Hasti Kaneriya - Improvement Points Identified</vt:lpstr>
      <vt:lpstr>Hasti Kaneriya - Any New Problem Statement Seen / Identified * If any</vt:lpstr>
      <vt:lpstr>Hasti Kaneriya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hasti.tilva</cp:lastModifiedBy>
  <cp:revision>563</cp:revision>
  <dcterms:created xsi:type="dcterms:W3CDTF">2023-01-02T08:33:00Z</dcterms:created>
  <dcterms:modified xsi:type="dcterms:W3CDTF">2025-07-21T07:21:50Z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B32B0568AA8B407A91586000BAD77FD6_12</vt:lpwstr>
  </property>
  <property fmtid="{D5CDD505-2E9C-101B-9397-08002B2CF9AE}" pid="3" name="KSOProductBuildVer">
    <vt:lpwstr>1033-12.2.0.21931</vt:lpwstr>
  </property>
</Properties>
</file>