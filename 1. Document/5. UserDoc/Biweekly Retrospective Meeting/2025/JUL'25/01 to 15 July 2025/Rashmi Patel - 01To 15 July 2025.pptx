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_rels/slideMaster13.xml.rels" ContentType="application/vnd.openxmlformats-package.relationships+xml"/>
  <Override PartName="/ppt/slideMasters/_rels/slideMaster40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4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23.xml.rels" ContentType="application/vnd.openxmlformats-package.relationships+xml"/>
  <Override PartName="/ppt/slideMasters/_rels/slideMaster24.xml.rels" ContentType="application/vnd.openxmlformats-package.relationships+xml"/>
  <Override PartName="/ppt/slideMasters/_rels/slideMaster25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27.xml.rels" ContentType="application/vnd.openxmlformats-package.relationships+xml"/>
  <Override PartName="/ppt/slideMasters/_rels/slideMaster28.xml.rels" ContentType="application/vnd.openxmlformats-package.relationships+xml"/>
  <Override PartName="/ppt/slideMasters/_rels/slideMaster29.xml.rels" ContentType="application/vnd.openxmlformats-package.relationships+xml"/>
  <Override PartName="/ppt/slideMasters/_rels/slideMaster30.xml.rels" ContentType="application/vnd.openxmlformats-package.relationships+xml"/>
  <Override PartName="/ppt/slideMasters/_rels/slideMaster31.xml.rels" ContentType="application/vnd.openxmlformats-package.relationships+xml"/>
  <Override PartName="/ppt/slideMasters/_rels/slideMaster32.xml.rels" ContentType="application/vnd.openxmlformats-package.relationships+xml"/>
  <Override PartName="/ppt/slideMasters/_rels/slideMaster33.xml.rels" ContentType="application/vnd.openxmlformats-package.relationships+xml"/>
  <Override PartName="/ppt/slideMasters/_rels/slideMaster34.xml.rels" ContentType="application/vnd.openxmlformats-package.relationships+xml"/>
  <Override PartName="/ppt/slideMasters/_rels/slideMaster35.xml.rels" ContentType="application/vnd.openxmlformats-package.relationships+xml"/>
  <Override PartName="/ppt/slideMasters/_rels/slideMaster36.xml.rels" ContentType="application/vnd.openxmlformats-package.relationships+xml"/>
  <Override PartName="/ppt/slideMasters/_rels/slideMaster37.xml.rels" ContentType="application/vnd.openxmlformats-package.relationships+xml"/>
  <Override PartName="/ppt/slideMasters/_rels/slideMaster38.xml.rels" ContentType="application/vnd.openxmlformats-package.relationships+xml"/>
  <Override PartName="/ppt/slideMasters/_rels/slideMaster39.xml.rels" ContentType="application/vnd.openxmlformats-package.relationships+xml"/>
  <Override PartName="/ppt/theme/theme26.xml" ContentType="application/vnd.openxmlformats-officedocument.theme+xml"/>
  <Override PartName="/ppt/theme/theme1.xml" ContentType="application/vnd.openxmlformats-officedocument.theme+xml"/>
  <Override PartName="/ppt/theme/theme27.xml" ContentType="application/vnd.openxmlformats-officedocument.theme+xml"/>
  <Override PartName="/ppt/theme/theme2.xml" ContentType="application/vnd.openxmlformats-officedocument.theme+xml"/>
  <Override PartName="/ppt/theme/theme28.xml" ContentType="application/vnd.openxmlformats-officedocument.theme+xml"/>
  <Override PartName="/ppt/theme/theme3.xml" ContentType="application/vnd.openxmlformats-officedocument.theme+xml"/>
  <Override PartName="/ppt/theme/theme29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32.xml" ContentType="application/vnd.openxmlformats-officedocument.theme+xml"/>
  <Override PartName="/ppt/theme/theme33.xml" ContentType="application/vnd.openxmlformats-officedocument.theme+xml"/>
  <Override PartName="/ppt/theme/theme34.xml" ContentType="application/vnd.openxmlformats-officedocument.theme+xml"/>
  <Override PartName="/ppt/theme/theme35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_rels/slideLayout3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7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  <Override PartName="/ppt/media/image1.wmf" ContentType="image/x-wmf"/>
  <Override PartName="/ppt/media/image2.wmf" ContentType="image/x-wmf"/>
  <Override PartName="/ppt/media/image3.png" ContentType="image/png"/>
  <Override PartName="/ppt/media/image4.wmf" ContentType="image/x-wmf"/>
  <Override PartName="/ppt/media/image5.wmf" ContentType="image/x-wmf"/>
  <Override PartName="/ppt/media/image6.wmf" ContentType="image/x-wmf"/>
  <Override PartName="/ppt/media/image7.wmf" ContentType="image/x-wmf"/>
  <Override PartName="/ppt/media/image8.wmf" ContentType="image/x-wmf"/>
  <Override PartName="/ppt/media/image9.png" ContentType="image/png"/>
  <Override PartName="/ppt/media/image10.png" ContentType="image/png"/>
  <Override PartName="/ppt/media/image11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19.png" ContentType="image/png"/>
  <Override PartName="/ppt/media/image20.png" ContentType="image/png"/>
  <Override PartName="/ppt/media/image21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66" r:id="rId5"/>
    <p:sldMasterId id="2147483668" r:id="rId6"/>
    <p:sldMasterId id="2147483670" r:id="rId7"/>
    <p:sldMasterId id="2147483672" r:id="rId8"/>
    <p:sldMasterId id="2147483674" r:id="rId9"/>
    <p:sldMasterId id="2147483676" r:id="rId10"/>
    <p:sldMasterId id="2147483678" r:id="rId11"/>
    <p:sldMasterId id="2147483680" r:id="rId12"/>
    <p:sldMasterId id="2147483682" r:id="rId13"/>
    <p:sldMasterId id="2147483684" r:id="rId14"/>
    <p:sldMasterId id="2147483686" r:id="rId15"/>
    <p:sldMasterId id="2147483688" r:id="rId16"/>
    <p:sldMasterId id="2147483690" r:id="rId17"/>
    <p:sldMasterId id="2147483692" r:id="rId18"/>
    <p:sldMasterId id="2147483694" r:id="rId19"/>
    <p:sldMasterId id="2147483696" r:id="rId20"/>
    <p:sldMasterId id="2147483698" r:id="rId21"/>
    <p:sldMasterId id="2147483700" r:id="rId22"/>
    <p:sldMasterId id="2147483702" r:id="rId23"/>
    <p:sldMasterId id="2147483704" r:id="rId24"/>
    <p:sldMasterId id="2147483706" r:id="rId25"/>
    <p:sldMasterId id="2147483708" r:id="rId26"/>
    <p:sldMasterId id="2147483710" r:id="rId27"/>
    <p:sldMasterId id="2147483712" r:id="rId28"/>
    <p:sldMasterId id="2147483714" r:id="rId29"/>
    <p:sldMasterId id="2147483716" r:id="rId30"/>
    <p:sldMasterId id="2147483718" r:id="rId31"/>
    <p:sldMasterId id="2147483720" r:id="rId32"/>
    <p:sldMasterId id="2147483722" r:id="rId33"/>
    <p:sldMasterId id="2147483724" r:id="rId34"/>
    <p:sldMasterId id="2147483726" r:id="rId35"/>
    <p:sldMasterId id="2147483728" r:id="rId36"/>
  </p:sldMasterIdLst>
  <p:sldIdLst>
    <p:sldId id="256" r:id="rId37"/>
    <p:sldId id="257" r:id="rId38"/>
    <p:sldId id="258" r:id="rId39"/>
    <p:sldId id="259" r:id="rId40"/>
    <p:sldId id="260" r:id="rId41"/>
    <p:sldId id="261" r:id="rId42"/>
    <p:sldId id="262" r:id="rId43"/>
    <p:sldId id="263" r:id="rId44"/>
    <p:sldId id="264" r:id="rId45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10.xml"/><Relationship Id="rId6" Type="http://schemas.openxmlformats.org/officeDocument/2006/relationships/slideMaster" Target="slideMasters/slideMaster11.xml"/><Relationship Id="rId7" Type="http://schemas.openxmlformats.org/officeDocument/2006/relationships/slideMaster" Target="slideMasters/slideMaster12.xml"/><Relationship Id="rId8" Type="http://schemas.openxmlformats.org/officeDocument/2006/relationships/slideMaster" Target="slideMasters/slideMaster13.xml"/><Relationship Id="rId9" Type="http://schemas.openxmlformats.org/officeDocument/2006/relationships/slideMaster" Target="slideMasters/slideMaster14.xml"/><Relationship Id="rId10" Type="http://schemas.openxmlformats.org/officeDocument/2006/relationships/slideMaster" Target="slideMasters/slideMaster15.xml"/><Relationship Id="rId11" Type="http://schemas.openxmlformats.org/officeDocument/2006/relationships/slideMaster" Target="slideMasters/slideMaster16.xml"/><Relationship Id="rId12" Type="http://schemas.openxmlformats.org/officeDocument/2006/relationships/slideMaster" Target="slideMasters/slideMaster17.xml"/><Relationship Id="rId13" Type="http://schemas.openxmlformats.org/officeDocument/2006/relationships/slideMaster" Target="slideMasters/slideMaster18.xml"/><Relationship Id="rId14" Type="http://schemas.openxmlformats.org/officeDocument/2006/relationships/slideMaster" Target="slideMasters/slideMaster19.xml"/><Relationship Id="rId15" Type="http://schemas.openxmlformats.org/officeDocument/2006/relationships/slideMaster" Target="slideMasters/slideMaster20.xml"/><Relationship Id="rId16" Type="http://schemas.openxmlformats.org/officeDocument/2006/relationships/slideMaster" Target="slideMasters/slideMaster21.xml"/><Relationship Id="rId17" Type="http://schemas.openxmlformats.org/officeDocument/2006/relationships/slideMaster" Target="slideMasters/slideMaster22.xml"/><Relationship Id="rId18" Type="http://schemas.openxmlformats.org/officeDocument/2006/relationships/slideMaster" Target="slideMasters/slideMaster23.xml"/><Relationship Id="rId19" Type="http://schemas.openxmlformats.org/officeDocument/2006/relationships/slideMaster" Target="slideMasters/slideMaster24.xml"/><Relationship Id="rId20" Type="http://schemas.openxmlformats.org/officeDocument/2006/relationships/slideMaster" Target="slideMasters/slideMaster25.xml"/><Relationship Id="rId21" Type="http://schemas.openxmlformats.org/officeDocument/2006/relationships/slideMaster" Target="slideMasters/slideMaster26.xml"/><Relationship Id="rId22" Type="http://schemas.openxmlformats.org/officeDocument/2006/relationships/slideMaster" Target="slideMasters/slideMaster27.xml"/><Relationship Id="rId23" Type="http://schemas.openxmlformats.org/officeDocument/2006/relationships/slideMaster" Target="slideMasters/slideMaster28.xml"/><Relationship Id="rId24" Type="http://schemas.openxmlformats.org/officeDocument/2006/relationships/slideMaster" Target="slideMasters/slideMaster29.xml"/><Relationship Id="rId25" Type="http://schemas.openxmlformats.org/officeDocument/2006/relationships/slideMaster" Target="slideMasters/slideMaster30.xml"/><Relationship Id="rId26" Type="http://schemas.openxmlformats.org/officeDocument/2006/relationships/slideMaster" Target="slideMasters/slideMaster31.xml"/><Relationship Id="rId27" Type="http://schemas.openxmlformats.org/officeDocument/2006/relationships/slideMaster" Target="slideMasters/slideMaster32.xml"/><Relationship Id="rId28" Type="http://schemas.openxmlformats.org/officeDocument/2006/relationships/slideMaster" Target="slideMasters/slideMaster33.xml"/><Relationship Id="rId29" Type="http://schemas.openxmlformats.org/officeDocument/2006/relationships/slideMaster" Target="slideMasters/slideMaster34.xml"/><Relationship Id="rId30" Type="http://schemas.openxmlformats.org/officeDocument/2006/relationships/slideMaster" Target="slideMasters/slideMaster35.xml"/><Relationship Id="rId31" Type="http://schemas.openxmlformats.org/officeDocument/2006/relationships/slideMaster" Target="slideMasters/slideMaster36.xml"/><Relationship Id="rId32" Type="http://schemas.openxmlformats.org/officeDocument/2006/relationships/slideMaster" Target="slideMasters/slideMaster37.xml"/><Relationship Id="rId33" Type="http://schemas.openxmlformats.org/officeDocument/2006/relationships/slideMaster" Target="slideMasters/slideMaster38.xml"/><Relationship Id="rId34" Type="http://schemas.openxmlformats.org/officeDocument/2006/relationships/slideMaster" Target="slideMasters/slideMaster39.xml"/><Relationship Id="rId35" Type="http://schemas.openxmlformats.org/officeDocument/2006/relationships/slideMaster" Target="slideMasters/slideMaster40.xml"/><Relationship Id="rId36" Type="http://schemas.openxmlformats.org/officeDocument/2006/relationships/slideMaster" Target="slideMasters/slideMaster41.xml"/><Relationship Id="rId37" Type="http://schemas.openxmlformats.org/officeDocument/2006/relationships/slide" Target="slides/slide1.xml"/><Relationship Id="rId38" Type="http://schemas.openxmlformats.org/officeDocument/2006/relationships/slide" Target="slides/slide2.xml"/><Relationship Id="rId39" Type="http://schemas.openxmlformats.org/officeDocument/2006/relationships/slide" Target="slides/slide3.xml"/><Relationship Id="rId40" Type="http://schemas.openxmlformats.org/officeDocument/2006/relationships/slide" Target="slides/slide4.xml"/><Relationship Id="rId41" Type="http://schemas.openxmlformats.org/officeDocument/2006/relationships/slide" Target="slides/slide5.xml"/><Relationship Id="rId42" Type="http://schemas.openxmlformats.org/officeDocument/2006/relationships/slide" Target="slides/slide6.xml"/><Relationship Id="rId43" Type="http://schemas.openxmlformats.org/officeDocument/2006/relationships/slide" Target="slides/slide7.xml"/><Relationship Id="rId44" Type="http://schemas.openxmlformats.org/officeDocument/2006/relationships/slide" Target="slides/slide8.xml"/><Relationship Id="rId45" Type="http://schemas.openxmlformats.org/officeDocument/2006/relationships/slide" Target="slides/slide9.xml"/><Relationship Id="rId4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8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9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1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2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3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5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6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7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8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9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0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037ADC0-0D25-4C8F-894E-D9E56B789A3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7C73B2E-2666-4F7A-8BD9-57DF04AF217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ldNum" idx="8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061846D7-8893-420C-A116-916ECD3956F1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sldNum" idx="11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5137FDFC-82E3-4457-A3A1-B70067B341BE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ldNum" idx="14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7A32BC7A-6E18-4EA9-B183-A99C2CE5FA40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sldNum" idx="17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5719CE04-43B5-4A6D-A574-E986C387872E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ftr" idx="19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sldNum" idx="20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24214721-528E-468C-A7A0-FB042DF3AAB9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dt" idx="21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ftr" idx="22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sldNum" idx="23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FC0A4B4D-5E4C-4D6F-BC11-D99B1C5BB9BD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dt" idx="24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ftr" idx="25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ldNum" idx="26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649D4B5E-6952-4554-8931-BBE0CE55FD1A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dt" idx="27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8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9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DE32F565-2B08-4447-AA05-0A7F1DB3BAA9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dt" idx="30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ftr" idx="31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sldNum" idx="32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6B3BD1CC-EDA9-427E-AE5C-2C36BFE7203C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dt" idx="33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ftr" idx="34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sldNum" idx="35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239EAF4B-1B46-43E1-B76B-645F0AC6F9F9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dt" idx="36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ftr" idx="37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ldNum" idx="38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6D2F20DA-9316-4A8B-BC30-D2385D897631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dt" idx="39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ftr" idx="40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sldNum" idx="41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A2208E92-18C0-4463-90C3-C73BE4B7E0DA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dt" idx="42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ftr" idx="43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sldNum" idx="44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F363DCEC-2799-46D1-888B-5DC231E2CEB6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dt" idx="45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47"/>
          </p:nvPr>
        </p:nvSpPr>
        <p:spPr/>
        <p:txBody>
          <a:bodyPr/>
          <a:p>
            <a:fld id="{5F0C8A22-B97A-404D-8BE6-6A36B73734D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0"/>
          </p:nvPr>
        </p:nvSpPr>
        <p:spPr/>
        <p:txBody>
          <a:bodyPr/>
          <a:p>
            <a:fld id="{9AFDEA47-F5DA-4827-BF92-2E697481941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5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3"/>
          </p:nvPr>
        </p:nvSpPr>
        <p:spPr/>
        <p:txBody>
          <a:bodyPr/>
          <a:p>
            <a:fld id="{AEE450AE-5D17-4E76-8D81-FA910A749D8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5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6"/>
          </p:nvPr>
        </p:nvSpPr>
        <p:spPr/>
        <p:txBody>
          <a:bodyPr/>
          <a:p>
            <a:fld id="{355F3462-C660-481E-93CF-CDEC6A6F169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9"/>
          </p:nvPr>
        </p:nvSpPr>
        <p:spPr/>
        <p:txBody>
          <a:bodyPr/>
          <a:p>
            <a:fld id="{8FC73A16-DBAD-4E71-AA9F-703251F39E4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6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2"/>
          </p:nvPr>
        </p:nvSpPr>
        <p:spPr/>
        <p:txBody>
          <a:bodyPr/>
          <a:p>
            <a:fld id="{79429247-680D-42D4-A521-430ED1E66BF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6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5"/>
          </p:nvPr>
        </p:nvSpPr>
        <p:spPr/>
        <p:txBody>
          <a:bodyPr/>
          <a:p>
            <a:fld id="{926CB85D-5B7A-4B36-AABC-FFAC219E909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6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8"/>
          </p:nvPr>
        </p:nvSpPr>
        <p:spPr/>
        <p:txBody>
          <a:bodyPr/>
          <a:p>
            <a:fld id="{FDF5D6AE-9AE2-481D-89A5-C9D0D4B15C7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71"/>
          </p:nvPr>
        </p:nvSpPr>
        <p:spPr/>
        <p:txBody>
          <a:bodyPr/>
          <a:p>
            <a:fld id="{DC3761F7-AB46-4535-89C2-EF01E80B977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74"/>
          </p:nvPr>
        </p:nvSpPr>
        <p:spPr/>
        <p:txBody>
          <a:bodyPr/>
          <a:p>
            <a:fld id="{42A3E86A-08A1-456F-9AF8-EBE2B29C91A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77"/>
          </p:nvPr>
        </p:nvSpPr>
        <p:spPr/>
        <p:txBody>
          <a:bodyPr/>
          <a:p>
            <a:fld id="{52CF9463-13D6-4154-AD4D-D63701CE746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0"/>
          </p:nvPr>
        </p:nvSpPr>
        <p:spPr/>
        <p:txBody>
          <a:bodyPr/>
          <a:p>
            <a:fld id="{8CBC9206-6757-4270-8EEB-EEF62F7D615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8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8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83"/>
          </p:nvPr>
        </p:nvSpPr>
        <p:spPr/>
        <p:txBody>
          <a:bodyPr/>
          <a:p>
            <a:fld id="{3337EF48-7A87-48F8-B82E-7A6D066AA8F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8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6"/>
          </p:nvPr>
        </p:nvSpPr>
        <p:spPr/>
        <p:txBody>
          <a:bodyPr/>
          <a:p>
            <a:fld id="{C6CF0E8C-0CF9-45C8-B5B9-CED1ACDD7EB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8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9"/>
          </p:nvPr>
        </p:nvSpPr>
        <p:spPr/>
        <p:txBody>
          <a:bodyPr/>
          <a:p>
            <a:fld id="{E1712615-2DF3-4727-B165-6CA57DE6D3C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9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2"/>
          </p:nvPr>
        </p:nvSpPr>
        <p:spPr/>
        <p:txBody>
          <a:bodyPr/>
          <a:p>
            <a:fld id="{3E3BCDE3-BC6A-45C9-867D-3FADC4FE8DF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9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5"/>
          </p:nvPr>
        </p:nvSpPr>
        <p:spPr/>
        <p:txBody>
          <a:bodyPr/>
          <a:p>
            <a:fld id="{7046122C-FA8A-4F4A-A3DC-C874D59311B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9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8"/>
          </p:nvPr>
        </p:nvSpPr>
        <p:spPr/>
        <p:txBody>
          <a:bodyPr/>
          <a:p>
            <a:fld id="{EA20044F-EA84-4A6B-B992-7AB63A18DEE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0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01"/>
          </p:nvPr>
        </p:nvSpPr>
        <p:spPr/>
        <p:txBody>
          <a:bodyPr/>
          <a:p>
            <a:fld id="{669B049E-EC5D-4E32-9650-D53EE83124F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0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0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04"/>
          </p:nvPr>
        </p:nvSpPr>
        <p:spPr/>
        <p:txBody>
          <a:bodyPr/>
          <a:p>
            <a:fld id="{D26402E7-D024-44C0-A61C-3634FDD8B7F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0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07"/>
          </p:nvPr>
        </p:nvSpPr>
        <p:spPr/>
        <p:txBody>
          <a:bodyPr/>
          <a:p>
            <a:fld id="{005A4C6F-22E0-4ECF-B8DF-762556293C9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0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0"/>
          </p:nvPr>
        </p:nvSpPr>
        <p:spPr/>
        <p:txBody>
          <a:bodyPr/>
          <a:p>
            <a:fld id="{2512F847-B307-4B8C-B439-0081D53B480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1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1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3"/>
          </p:nvPr>
        </p:nvSpPr>
        <p:spPr/>
        <p:txBody>
          <a:bodyPr/>
          <a:p>
            <a:fld id="{73282613-8CF4-4B9F-8932-333C6D99068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1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1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6"/>
          </p:nvPr>
        </p:nvSpPr>
        <p:spPr/>
        <p:txBody>
          <a:bodyPr/>
          <a:p>
            <a:fld id="{6EE0FAF1-7ED5-49FF-8B09-51A8C7006CD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1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9"/>
          </p:nvPr>
        </p:nvSpPr>
        <p:spPr/>
        <p:txBody>
          <a:bodyPr/>
          <a:p>
            <a:fld id="{1C9204A7-0087-4B4F-8680-5EBE12A06BB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2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2"/>
          </p:nvPr>
        </p:nvSpPr>
        <p:spPr/>
        <p:txBody>
          <a:bodyPr/>
          <a:p>
            <a:fld id="{729211E1-837E-4CDE-AF8B-1A07412AC12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2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2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25"/>
          </p:nvPr>
        </p:nvSpPr>
        <p:spPr/>
        <p:txBody>
          <a:bodyPr/>
          <a:p>
            <a:fld id="{44C70A3F-A97F-48DE-8D1C-24EA6FC77C8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2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2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8"/>
          </p:nvPr>
        </p:nvSpPr>
        <p:spPr/>
        <p:txBody>
          <a:bodyPr/>
          <a:p>
            <a:fld id="{FF7A055E-1F81-471B-9F4F-906C609ED52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2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3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31"/>
          </p:nvPr>
        </p:nvSpPr>
        <p:spPr/>
        <p:txBody>
          <a:bodyPr/>
          <a:p>
            <a:fld id="{E1723975-3338-413F-9F3D-F31EABC92B4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3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34"/>
          </p:nvPr>
        </p:nvSpPr>
        <p:spPr/>
        <p:txBody>
          <a:bodyPr/>
          <a:p>
            <a:fld id="{C56F63A1-D420-435D-B181-B5CEBBB88E2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37"/>
          </p:nvPr>
        </p:nvSpPr>
        <p:spPr/>
        <p:txBody>
          <a:bodyPr/>
          <a:p>
            <a:fld id="{3327B1D6-3EED-4112-9110-85A88F97F7F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0"/>
          </p:nvPr>
        </p:nvSpPr>
        <p:spPr/>
        <p:txBody>
          <a:bodyPr/>
          <a:p>
            <a:fld id="{0036DB58-B83F-4D02-A4E1-F1C275B87BA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4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5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16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17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18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19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20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21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22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23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24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25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26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27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28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slideLayout" Target="../slideLayouts/slideLayout29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slideLayout" Target="../slideLayouts/slideLayout30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slideLayout" Target="../slideLayouts/slideLayout31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slideLayout" Target="../slideLayouts/slideLayout32.xml"/>
</Relationships>
</file>

<file path=ppt/slideMasters/_rels/slideMaster27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slideLayout" Target="../slideLayouts/slideLayout33.xml"/>
</Relationships>
</file>

<file path=ppt/slideMasters/_rels/slideMaster28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slideLayout" Target="../slideLayouts/slideLayout34.xml"/>
</Relationships>
</file>

<file path=ppt/slideMasters/_rels/slideMaster29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slideLayout" Target="../slideLayouts/slideLayout35.xml"/>
</Relationships>
</file>

<file path=ppt/slideMasters/_rels/slideMaster30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slideLayout" Target="../slideLayouts/slideLayout36.xml"/>
</Relationships>
</file>

<file path=ppt/slideMasters/_rels/slideMaster31.xml.rels><?xml version="1.0" encoding="UTF-8"?>
<Relationships xmlns="http://schemas.openxmlformats.org/package/2006/relationships"><Relationship Id="rId1" Type="http://schemas.openxmlformats.org/officeDocument/2006/relationships/theme" Target="../theme/theme25.xml"/><Relationship Id="rId2" Type="http://schemas.openxmlformats.org/officeDocument/2006/relationships/slideLayout" Target="../slideLayouts/slideLayout37.xml"/>
</Relationships>
</file>

<file path=ppt/slideMasters/_rels/slideMaster32.xml.rels><?xml version="1.0" encoding="UTF-8"?>
<Relationships xmlns="http://schemas.openxmlformats.org/package/2006/relationships"><Relationship Id="rId1" Type="http://schemas.openxmlformats.org/officeDocument/2006/relationships/theme" Target="../theme/theme26.xml"/><Relationship Id="rId2" Type="http://schemas.openxmlformats.org/officeDocument/2006/relationships/slideLayout" Target="../slideLayouts/slideLayout38.xml"/>
</Relationships>
</file>

<file path=ppt/slideMasters/_rels/slideMaster33.xml.rels><?xml version="1.0" encoding="UTF-8"?>
<Relationships xmlns="http://schemas.openxmlformats.org/package/2006/relationships"><Relationship Id="rId1" Type="http://schemas.openxmlformats.org/officeDocument/2006/relationships/theme" Target="../theme/theme27.xml"/><Relationship Id="rId2" Type="http://schemas.openxmlformats.org/officeDocument/2006/relationships/slideLayout" Target="../slideLayouts/slideLayout39.xml"/>
</Relationships>
</file>

<file path=ppt/slideMasters/_rels/slideMaster34.xml.rels><?xml version="1.0" encoding="UTF-8"?>
<Relationships xmlns="http://schemas.openxmlformats.org/package/2006/relationships"><Relationship Id="rId1" Type="http://schemas.openxmlformats.org/officeDocument/2006/relationships/theme" Target="../theme/theme28.xml"/><Relationship Id="rId2" Type="http://schemas.openxmlformats.org/officeDocument/2006/relationships/slideLayout" Target="../slideLayouts/slideLayout40.xml"/>
</Relationships>
</file>

<file path=ppt/slideMasters/_rels/slideMaster35.xml.rels><?xml version="1.0" encoding="UTF-8"?>
<Relationships xmlns="http://schemas.openxmlformats.org/package/2006/relationships"><Relationship Id="rId1" Type="http://schemas.openxmlformats.org/officeDocument/2006/relationships/theme" Target="../theme/theme29.xml"/><Relationship Id="rId2" Type="http://schemas.openxmlformats.org/officeDocument/2006/relationships/slideLayout" Target="../slideLayouts/slideLayout41.xml"/>
</Relationships>
</file>

<file path=ppt/slideMasters/_rels/slideMaster36.xml.rels><?xml version="1.0" encoding="UTF-8"?>
<Relationships xmlns="http://schemas.openxmlformats.org/package/2006/relationships"><Relationship Id="rId1" Type="http://schemas.openxmlformats.org/officeDocument/2006/relationships/theme" Target="../theme/theme30.xml"/><Relationship Id="rId2" Type="http://schemas.openxmlformats.org/officeDocument/2006/relationships/slideLayout" Target="../slideLayouts/slideLayout42.xml"/>
</Relationships>
</file>

<file path=ppt/slideMasters/_rels/slideMaster37.xml.rels><?xml version="1.0" encoding="UTF-8"?>
<Relationships xmlns="http://schemas.openxmlformats.org/package/2006/relationships"><Relationship Id="rId1" Type="http://schemas.openxmlformats.org/officeDocument/2006/relationships/theme" Target="../theme/theme31.xml"/><Relationship Id="rId2" Type="http://schemas.openxmlformats.org/officeDocument/2006/relationships/slideLayout" Target="../slideLayouts/slideLayout43.xml"/>
</Relationships>
</file>

<file path=ppt/slideMasters/_rels/slideMaster38.xml.rels><?xml version="1.0" encoding="UTF-8"?>
<Relationships xmlns="http://schemas.openxmlformats.org/package/2006/relationships"><Relationship Id="rId1" Type="http://schemas.openxmlformats.org/officeDocument/2006/relationships/theme" Target="../theme/theme32.xml"/><Relationship Id="rId2" Type="http://schemas.openxmlformats.org/officeDocument/2006/relationships/slideLayout" Target="../slideLayouts/slideLayout44.xml"/>
</Relationships>
</file>

<file path=ppt/slideMasters/_rels/slideMaster39.xml.rels><?xml version="1.0" encoding="UTF-8"?>
<Relationships xmlns="http://schemas.openxmlformats.org/package/2006/relationships"><Relationship Id="rId1" Type="http://schemas.openxmlformats.org/officeDocument/2006/relationships/theme" Target="../theme/theme33.xml"/><Relationship Id="rId2" Type="http://schemas.openxmlformats.org/officeDocument/2006/relationships/slideLayout" Target="../slideLayouts/slideLayout45.xml"/>
</Relationships>
</file>

<file path=ppt/slideMasters/_rels/slideMaster40.xml.rels><?xml version="1.0" encoding="UTF-8"?>
<Relationships xmlns="http://schemas.openxmlformats.org/package/2006/relationships"><Relationship Id="rId1" Type="http://schemas.openxmlformats.org/officeDocument/2006/relationships/theme" Target="../theme/theme34.xml"/><Relationship Id="rId2" Type="http://schemas.openxmlformats.org/officeDocument/2006/relationships/slideLayout" Target="../slideLayouts/slideLayout46.xml"/>
</Relationships>
</file>

<file path=ppt/slideMasters/_rels/slideMaster41.xml.rels><?xml version="1.0" encoding="UTF-8"?>
<Relationships xmlns="http://schemas.openxmlformats.org/package/2006/relationships"><Relationship Id="rId1" Type="http://schemas.openxmlformats.org/officeDocument/2006/relationships/theme" Target="../theme/theme35.xml"/><Relationship Id="rId2" Type="http://schemas.openxmlformats.org/officeDocument/2006/relationships/slideLayout" Target="../slideLayouts/slideLayout47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D148576E-5F8B-4593-8DC7-92A2E1E29395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D35325B9-651C-47AB-B381-6DCFBE22392C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ftr" idx="46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sldNum" idx="47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448C7E47-0DF6-4AD8-A33D-17B2C77A8ABA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dt" idx="48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ftr" idx="49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sldNum" idx="50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944789E3-CE5F-4CD9-B316-2B65D2BDF045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 type="dt" idx="51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ftr" idx="52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sldNum" idx="53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FA121A38-2CE7-44A1-BFF3-A89A60448551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dt" idx="54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ftr" idx="55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 type="sldNum" idx="56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AB306C6E-69A3-4763-9835-F0659F50770C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 type="dt" idx="57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PlaceHolder 4"/>
          <p:cNvSpPr>
            <a:spLocks noGrp="1"/>
          </p:cNvSpPr>
          <p:nvPr>
            <p:ph type="ftr" idx="58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PlaceHolder 5"/>
          <p:cNvSpPr>
            <a:spLocks noGrp="1"/>
          </p:cNvSpPr>
          <p:nvPr>
            <p:ph type="sldNum" idx="59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0B26D160-84ED-4BE9-A821-47EA7844FA02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PlaceHolder 6"/>
          <p:cNvSpPr>
            <a:spLocks noGrp="1"/>
          </p:cNvSpPr>
          <p:nvPr>
            <p:ph type="dt" idx="60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 type="ftr" idx="61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 type="sldNum" idx="62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0DCE6241-80E1-4635-ACFC-C8D75DAF5C20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PlaceHolder 4"/>
          <p:cNvSpPr>
            <a:spLocks noGrp="1"/>
          </p:cNvSpPr>
          <p:nvPr>
            <p:ph type="dt" idx="63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ftr" idx="64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sldNum" idx="65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ACD2314B-6305-4091-B4C7-7CAB101E8659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dt" idx="66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2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ftr" idx="67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sldNum" idx="68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6D499DE9-AA32-4F6E-A38E-39458B52F125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dt" idx="69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2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ftr" idx="70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PlaceHolder 4"/>
          <p:cNvSpPr>
            <a:spLocks noGrp="1"/>
          </p:cNvSpPr>
          <p:nvPr>
            <p:ph type="sldNum" idx="71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F7AA68B7-1FCB-4879-88ED-514D1C5DEDFD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PlaceHolder 5"/>
          <p:cNvSpPr>
            <a:spLocks noGrp="1"/>
          </p:cNvSpPr>
          <p:nvPr>
            <p:ph type="dt" idx="72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2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ftr" idx="73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 type="sldNum" idx="74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3EF50C4F-363E-489E-8CC0-6F045A7C538A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PlaceHolder 3"/>
          <p:cNvSpPr>
            <a:spLocks noGrp="1"/>
          </p:cNvSpPr>
          <p:nvPr>
            <p:ph type="dt" idx="75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2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ftr" idx="76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 type="sldNum" idx="77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D00DF946-A47A-4434-BD91-46D33E9CC0FE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PlaceHolder 3"/>
          <p:cNvSpPr>
            <a:spLocks noGrp="1"/>
          </p:cNvSpPr>
          <p:nvPr>
            <p:ph type="dt" idx="78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2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 type="ftr" idx="79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 type="sldNum" idx="80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43DFC5EA-CB48-496D-AFB6-661B660A4E4A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PlaceHolder 4"/>
          <p:cNvSpPr>
            <a:spLocks noGrp="1"/>
          </p:cNvSpPr>
          <p:nvPr>
            <p:ph type="dt" idx="81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2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PlaceHolder 4"/>
          <p:cNvSpPr>
            <a:spLocks noGrp="1"/>
          </p:cNvSpPr>
          <p:nvPr>
            <p:ph type="ftr" idx="82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PlaceHolder 5"/>
          <p:cNvSpPr>
            <a:spLocks noGrp="1"/>
          </p:cNvSpPr>
          <p:nvPr>
            <p:ph type="sldNum" idx="83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99DF64D5-05F2-4622-8EA0-655C97BF9C8F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PlaceHolder 6"/>
          <p:cNvSpPr>
            <a:spLocks noGrp="1"/>
          </p:cNvSpPr>
          <p:nvPr>
            <p:ph type="dt" idx="84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2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 type="ftr" idx="85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PlaceHolder 4"/>
          <p:cNvSpPr>
            <a:spLocks noGrp="1"/>
          </p:cNvSpPr>
          <p:nvPr>
            <p:ph type="sldNum" idx="86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B628FD3C-9B34-4292-B4D5-04AF3AC17137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PlaceHolder 5"/>
          <p:cNvSpPr>
            <a:spLocks noGrp="1"/>
          </p:cNvSpPr>
          <p:nvPr>
            <p:ph type="dt" idx="87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2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ftr" idx="88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 type="sldNum" idx="89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0E55C729-D62E-48DF-A8F1-B4DBC761EDF8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 type="dt" idx="90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2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ftr" idx="91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 type="sldNum" idx="92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58957513-98D6-4D3D-8287-B192062257FF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 type="dt" idx="93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 type="ftr" idx="94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PlaceHolder 4"/>
          <p:cNvSpPr>
            <a:spLocks noGrp="1"/>
          </p:cNvSpPr>
          <p:nvPr>
            <p:ph type="sldNum" idx="95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D8222180-5EEE-47D4-BF01-4727163208F9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PlaceHolder 5"/>
          <p:cNvSpPr>
            <a:spLocks noGrp="1"/>
          </p:cNvSpPr>
          <p:nvPr>
            <p:ph type="dt" idx="96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2"/>
  </p:sldLayoutIdLst>
</p:sldMaster>
</file>

<file path=ppt/slideMasters/slideMaster2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ftr" idx="97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 type="sldNum" idx="98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536F2CA5-967D-4317-A05C-2A5A676A76D0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 type="dt" idx="99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2"/>
  </p:sldLayoutIdLst>
</p:sldMaster>
</file>

<file path=ppt/slideMasters/slideMaster2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PlaceHolder 4"/>
          <p:cNvSpPr>
            <a:spLocks noGrp="1"/>
          </p:cNvSpPr>
          <p:nvPr>
            <p:ph type="ftr" idx="100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PlaceHolder 5"/>
          <p:cNvSpPr>
            <a:spLocks noGrp="1"/>
          </p:cNvSpPr>
          <p:nvPr>
            <p:ph type="sldNum" idx="101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A97404FE-8EFB-4E55-BD5D-CBE802DDE820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PlaceHolder 6"/>
          <p:cNvSpPr>
            <a:spLocks noGrp="1"/>
          </p:cNvSpPr>
          <p:nvPr>
            <p:ph type="dt" idx="102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2"/>
  </p:sldLayoutIdLst>
</p:sldMaster>
</file>

<file path=ppt/slideMasters/slideMaster2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PlaceHolder 2"/>
          <p:cNvSpPr>
            <a:spLocks noGrp="1"/>
          </p:cNvSpPr>
          <p:nvPr>
            <p:ph type="ftr" idx="103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PlaceHolder 3"/>
          <p:cNvSpPr>
            <a:spLocks noGrp="1"/>
          </p:cNvSpPr>
          <p:nvPr>
            <p:ph type="sldNum" idx="104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180D8913-5AE8-4874-A9D5-66E58902AA52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PlaceHolder 4"/>
          <p:cNvSpPr>
            <a:spLocks noGrp="1"/>
          </p:cNvSpPr>
          <p:nvPr>
            <p:ph type="dt" idx="105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2"/>
  </p:sldLayoutIdLst>
</p:sldMaster>
</file>

<file path=ppt/slideMasters/slideMaster3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ftr" idx="106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 type="sldNum" idx="107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15433A57-3EF9-4D6D-B74F-E9B34F00DAF6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 type="dt" idx="108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2"/>
  </p:sldLayoutIdLst>
</p:sldMaster>
</file>

<file path=ppt/slideMasters/slideMaster3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ftr" idx="109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PlaceHolder 2"/>
          <p:cNvSpPr>
            <a:spLocks noGrp="1"/>
          </p:cNvSpPr>
          <p:nvPr>
            <p:ph type="sldNum" idx="110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9529237B-9D3A-4012-9C8E-A58E5CAC7280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PlaceHolder 3"/>
          <p:cNvSpPr>
            <a:spLocks noGrp="1"/>
          </p:cNvSpPr>
          <p:nvPr>
            <p:ph type="dt" idx="111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2"/>
  </p:sldLayoutIdLst>
</p:sldMaster>
</file>

<file path=ppt/slideMasters/slideMaster3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ftr" idx="112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 type="sldNum" idx="113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F3986D1E-6B79-45D3-9AAD-B510B919CCF0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PlaceHolder 3"/>
          <p:cNvSpPr>
            <a:spLocks noGrp="1"/>
          </p:cNvSpPr>
          <p:nvPr>
            <p:ph type="dt" idx="114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1" r:id="rId2"/>
  </p:sldLayoutIdLst>
</p:sldMaster>
</file>

<file path=ppt/slideMasters/slideMaster3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PlaceHolder 1"/>
          <p:cNvSpPr>
            <a:spLocks noGrp="1"/>
          </p:cNvSpPr>
          <p:nvPr>
            <p:ph type="ftr" idx="115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PlaceHolder 2"/>
          <p:cNvSpPr>
            <a:spLocks noGrp="1"/>
          </p:cNvSpPr>
          <p:nvPr>
            <p:ph type="sldNum" idx="116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2E8FAAB2-294A-470B-9475-A1B2553D236B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PlaceHolder 3"/>
          <p:cNvSpPr>
            <a:spLocks noGrp="1"/>
          </p:cNvSpPr>
          <p:nvPr>
            <p:ph type="dt" idx="117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3" r:id="rId2"/>
  </p:sldLayoutIdLst>
</p:sldMaster>
</file>

<file path=ppt/slideMasters/slideMaster3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 type="ftr" idx="118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PlaceHolder 4"/>
          <p:cNvSpPr>
            <a:spLocks noGrp="1"/>
          </p:cNvSpPr>
          <p:nvPr>
            <p:ph type="sldNum" idx="119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0A09A994-9CEA-4812-8FC7-FAF0066797A2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PlaceHolder 5"/>
          <p:cNvSpPr>
            <a:spLocks noGrp="1"/>
          </p:cNvSpPr>
          <p:nvPr>
            <p:ph type="dt" idx="120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5" r:id="rId2"/>
  </p:sldLayoutIdLst>
</p:sldMaster>
</file>

<file path=ppt/slideMasters/slideMaster3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ftr" idx="121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PlaceHolder 2"/>
          <p:cNvSpPr>
            <a:spLocks noGrp="1"/>
          </p:cNvSpPr>
          <p:nvPr>
            <p:ph type="sldNum" idx="122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7B5DE87D-0CF5-40E4-B081-097788CA91CF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 type="dt" idx="123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2"/>
  </p:sldLayoutIdLst>
</p:sldMaster>
</file>

<file path=ppt/slideMasters/slideMaster3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PlaceHolder 4"/>
          <p:cNvSpPr>
            <a:spLocks noGrp="1"/>
          </p:cNvSpPr>
          <p:nvPr>
            <p:ph type="ftr" idx="124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PlaceHolder 5"/>
          <p:cNvSpPr>
            <a:spLocks noGrp="1"/>
          </p:cNvSpPr>
          <p:nvPr>
            <p:ph type="sldNum" idx="125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8A1C034A-4D0B-4A47-9884-BB7A365FD0E2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PlaceHolder 6"/>
          <p:cNvSpPr>
            <a:spLocks noGrp="1"/>
          </p:cNvSpPr>
          <p:nvPr>
            <p:ph type="dt" idx="126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2"/>
  </p:sldLayoutIdLst>
</p:sldMaster>
</file>

<file path=ppt/slideMasters/slideMaster3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ftr" idx="127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PlaceHolder 2"/>
          <p:cNvSpPr>
            <a:spLocks noGrp="1"/>
          </p:cNvSpPr>
          <p:nvPr>
            <p:ph type="sldNum" idx="128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0BFA7B2D-492A-4303-9865-F0BBB984F9ED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PlaceHolder 3"/>
          <p:cNvSpPr>
            <a:spLocks noGrp="1"/>
          </p:cNvSpPr>
          <p:nvPr>
            <p:ph type="dt" idx="129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2"/>
  </p:sldLayoutIdLst>
</p:sldMaster>
</file>

<file path=ppt/slideMasters/slideMaster3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PlaceHolder 2"/>
          <p:cNvSpPr>
            <a:spLocks noGrp="1"/>
          </p:cNvSpPr>
          <p:nvPr>
            <p:ph type="ftr" idx="130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 type="sldNum" idx="131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CDFA92D4-5F45-4C0E-8BB4-939BF84EC276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PlaceHolder 4"/>
          <p:cNvSpPr>
            <a:spLocks noGrp="1"/>
          </p:cNvSpPr>
          <p:nvPr>
            <p:ph type="dt" idx="132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3" r:id="rId2"/>
  </p:sldLayoutIdLst>
</p:sldMaster>
</file>

<file path=ppt/slideMasters/slideMaster3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ftr" idx="133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PlaceHolder 2"/>
          <p:cNvSpPr>
            <a:spLocks noGrp="1"/>
          </p:cNvSpPr>
          <p:nvPr>
            <p:ph type="sldNum" idx="134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D9D176BD-4BAA-4EC4-85DE-FABDB4D8DC92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 type="dt" idx="135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5" r:id="rId2"/>
  </p:sldLayoutIdLst>
</p:sldMaster>
</file>

<file path=ppt/slideMasters/slideMaster4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ftr" idx="136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PlaceHolder 2"/>
          <p:cNvSpPr>
            <a:spLocks noGrp="1"/>
          </p:cNvSpPr>
          <p:nvPr>
            <p:ph type="sldNum" idx="137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89234791-8BC8-4A90-BC04-830C5E6DB18E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PlaceHolder 3"/>
          <p:cNvSpPr>
            <a:spLocks noGrp="1"/>
          </p:cNvSpPr>
          <p:nvPr>
            <p:ph type="dt" idx="138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7" r:id="rId2"/>
  </p:sldLayoutIdLst>
</p:sldMaster>
</file>

<file path=ppt/slideMasters/slideMaster4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ftr" idx="139"/>
          </p:nvPr>
        </p:nvSpPr>
        <p:spPr>
          <a:xfrm>
            <a:off x="4038480" y="6356520"/>
            <a:ext cx="41119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PlaceHolder 2"/>
          <p:cNvSpPr>
            <a:spLocks noGrp="1"/>
          </p:cNvSpPr>
          <p:nvPr>
            <p:ph type="sldNum" idx="140"/>
          </p:nvPr>
        </p:nvSpPr>
        <p:spPr>
          <a:xfrm>
            <a:off x="86104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EFB64A5E-FD2A-4114-863B-C496240D9EC7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PlaceHolder 3"/>
          <p:cNvSpPr>
            <a:spLocks noGrp="1"/>
          </p:cNvSpPr>
          <p:nvPr>
            <p:ph type="dt" idx="141"/>
          </p:nvPr>
        </p:nvSpPr>
        <p:spPr>
          <a:xfrm>
            <a:off x="838080" y="6356520"/>
            <a:ext cx="2740320" cy="36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wmf"/><Relationship Id="rId2" Type="http://schemas.openxmlformats.org/officeDocument/2006/relationships/image" Target="../media/image2.wmf"/><Relationship Id="rId3" Type="http://schemas.openxmlformats.org/officeDocument/2006/relationships/image" Target="../media/image3.png"/><Relationship Id="rId4" Type="http://schemas.openxmlformats.org/officeDocument/2006/relationships/image" Target="../media/image4.wmf"/><Relationship Id="rId5" Type="http://schemas.openxmlformats.org/officeDocument/2006/relationships/hyperlink" Target="http://www.spec-india.com/" TargetMode="External"/><Relationship Id="rId6" Type="http://schemas.openxmlformats.org/officeDocument/2006/relationships/image" Target="../media/image5.wmf"/><Relationship Id="rId7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5.wmf"/><Relationship Id="rId2" Type="http://schemas.openxmlformats.org/officeDocument/2006/relationships/hyperlink" Target="http://www.spec-india.com/" TargetMode="External"/><Relationship Id="rId3" Type="http://schemas.openxmlformats.org/officeDocument/2006/relationships/slideLayout" Target="../slideLayouts/slideLayout40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wmf"/><Relationship Id="rId2" Type="http://schemas.openxmlformats.org/officeDocument/2006/relationships/hyperlink" Target="http://www.spec-india.com/" TargetMode="External"/><Relationship Id="rId3" Type="http://schemas.openxmlformats.org/officeDocument/2006/relationships/slideLayout" Target="../slideLayouts/slideLayout40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wmf"/><Relationship Id="rId2" Type="http://schemas.openxmlformats.org/officeDocument/2006/relationships/hyperlink" Target="http://www.spec-india.com/" TargetMode="External"/><Relationship Id="rId3" Type="http://schemas.openxmlformats.org/officeDocument/2006/relationships/slideLayout" Target="../slideLayouts/slideLayout40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wmf"/><Relationship Id="rId2" Type="http://schemas.openxmlformats.org/officeDocument/2006/relationships/hyperlink" Target="http://www.spec-india.com/" TargetMode="External"/><Relationship Id="rId3" Type="http://schemas.openxmlformats.org/officeDocument/2006/relationships/slideLayout" Target="../slideLayouts/slideLayout40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wmf"/><Relationship Id="rId2" Type="http://schemas.openxmlformats.org/officeDocument/2006/relationships/hyperlink" Target="http://www.spec-india.com/" TargetMode="External"/><Relationship Id="rId3" Type="http://schemas.openxmlformats.org/officeDocument/2006/relationships/slideLayout" Target="../slideLayouts/slideLayout40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wmf"/><Relationship Id="rId2" Type="http://schemas.openxmlformats.org/officeDocument/2006/relationships/hyperlink" Target="http://www.spec-india.com/" TargetMode="External"/><Relationship Id="rId3" Type="http://schemas.openxmlformats.org/officeDocument/2006/relationships/slideLayout" Target="../slideLayouts/slideLayout40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wmf"/><Relationship Id="rId2" Type="http://schemas.openxmlformats.org/officeDocument/2006/relationships/image" Target="../media/image2.wmf"/><Relationship Id="rId3" Type="http://schemas.openxmlformats.org/officeDocument/2006/relationships/hyperlink" Target="http://www.spec-india.com/" TargetMode="External"/><Relationship Id="rId4" Type="http://schemas.openxmlformats.org/officeDocument/2006/relationships/hyperlink" Target="http://www.spec-india.com/" TargetMode="External"/><Relationship Id="rId5" Type="http://schemas.openxmlformats.org/officeDocument/2006/relationships/hyperlink" Target="mailto:lead@spec-india.com" TargetMode="External"/><Relationship Id="rId6" Type="http://schemas.openxmlformats.org/officeDocument/2006/relationships/hyperlink" Target="mailto:lead@spec-india.com" TargetMode="External"/><Relationship Id="rId7" Type="http://schemas.openxmlformats.org/officeDocument/2006/relationships/hyperlink" Target="mailto:lead@spec-india.com" TargetMode="External"/><Relationship Id="rId8" Type="http://schemas.openxmlformats.org/officeDocument/2006/relationships/image" Target="../media/image6.wmf"/><Relationship Id="rId9" Type="http://schemas.openxmlformats.org/officeDocument/2006/relationships/image" Target="../media/image7.wmf"/><Relationship Id="rId10" Type="http://schemas.openxmlformats.org/officeDocument/2006/relationships/image" Target="../media/image8.wmf"/><Relationship Id="rId11" Type="http://schemas.openxmlformats.org/officeDocument/2006/relationships/hyperlink" Target="mailto:lead@spec-usa.net" TargetMode="External"/><Relationship Id="rId12" Type="http://schemas.openxmlformats.org/officeDocument/2006/relationships/image" Target="../media/image6.wmf"/><Relationship Id="rId13" Type="http://schemas.openxmlformats.org/officeDocument/2006/relationships/image" Target="../media/image7.wmf"/><Relationship Id="rId14" Type="http://schemas.openxmlformats.org/officeDocument/2006/relationships/image" Target="../media/image8.wmf"/><Relationship Id="rId15" Type="http://schemas.openxmlformats.org/officeDocument/2006/relationships/hyperlink" Target="https://clutch.co/profile/spec-india" TargetMode="External"/><Relationship Id="rId16" Type="http://schemas.openxmlformats.org/officeDocument/2006/relationships/image" Target="../media/image9.png"/><Relationship Id="rId17" Type="http://schemas.openxmlformats.org/officeDocument/2006/relationships/hyperlink" Target="https://www.goodfirms.co/company/spec-india" TargetMode="External"/><Relationship Id="rId18" Type="http://schemas.openxmlformats.org/officeDocument/2006/relationships/image" Target="../media/image10.png"/><Relationship Id="rId19" Type="http://schemas.openxmlformats.org/officeDocument/2006/relationships/hyperlink" Target="https://g.page/r/CRApINeFYBWKEAE" TargetMode="External"/><Relationship Id="rId20" Type="http://schemas.openxmlformats.org/officeDocument/2006/relationships/image" Target="../media/image11.png"/><Relationship Id="rId21" Type="http://schemas.openxmlformats.org/officeDocument/2006/relationships/hyperlink" Target="https://www.ambitionbox.com/reviews/spec-india-reviews" TargetMode="External"/><Relationship Id="rId22" Type="http://schemas.openxmlformats.org/officeDocument/2006/relationships/image" Target="../media/image12.png"/><Relationship Id="rId23" Type="http://schemas.openxmlformats.org/officeDocument/2006/relationships/hyperlink" Target="https://www.glassdoor.co.in/Reviews/SPEC-INDIA-Reviews-E688018.htm" TargetMode="External"/><Relationship Id="rId24" Type="http://schemas.openxmlformats.org/officeDocument/2006/relationships/image" Target="../media/image13.png"/><Relationship Id="rId25" Type="http://schemas.openxmlformats.org/officeDocument/2006/relationships/hyperlink" Target="https://www.behance.net/specindia" TargetMode="External"/><Relationship Id="rId26" Type="http://schemas.openxmlformats.org/officeDocument/2006/relationships/image" Target="../media/image14.png"/><Relationship Id="rId27" Type="http://schemas.openxmlformats.org/officeDocument/2006/relationships/hyperlink" Target="https://dribbble.com/specindia" TargetMode="External"/><Relationship Id="rId28" Type="http://schemas.openxmlformats.org/officeDocument/2006/relationships/image" Target="../media/image15.png"/><Relationship Id="rId29" Type="http://schemas.openxmlformats.org/officeDocument/2006/relationships/hyperlink" Target="https://www.facebook.com/SPECINDIA.IT" TargetMode="External"/><Relationship Id="rId30" Type="http://schemas.openxmlformats.org/officeDocument/2006/relationships/image" Target="../media/image16.png"/><Relationship Id="rId31" Type="http://schemas.openxmlformats.org/officeDocument/2006/relationships/hyperlink" Target="https://www.linkedin.com/company/spec-india/mycompany/" TargetMode="External"/><Relationship Id="rId32" Type="http://schemas.openxmlformats.org/officeDocument/2006/relationships/image" Target="../media/image17.png"/><Relationship Id="rId33" Type="http://schemas.openxmlformats.org/officeDocument/2006/relationships/hyperlink" Target="https://twitter.com/infospec_india" TargetMode="External"/><Relationship Id="rId34" Type="http://schemas.openxmlformats.org/officeDocument/2006/relationships/image" Target="../media/image18.png"/><Relationship Id="rId35" Type="http://schemas.openxmlformats.org/officeDocument/2006/relationships/image" Target="../media/image19.png"/><Relationship Id="rId36" Type="http://schemas.openxmlformats.org/officeDocument/2006/relationships/image" Target="../media/image20.png"/><Relationship Id="rId37" Type="http://schemas.openxmlformats.org/officeDocument/2006/relationships/image" Target="../media/image20.png"/><Relationship Id="rId38" Type="http://schemas.openxmlformats.org/officeDocument/2006/relationships/image" Target="../media/image19.png"/><Relationship Id="rId39" Type="http://schemas.openxmlformats.org/officeDocument/2006/relationships/image" Target="../media/image20.png"/><Relationship Id="rId40" Type="http://schemas.openxmlformats.org/officeDocument/2006/relationships/hyperlink" Target="https://www.instagram.com/spec_india" TargetMode="External"/><Relationship Id="rId41" Type="http://schemas.openxmlformats.org/officeDocument/2006/relationships/image" Target="../media/image21.png"/><Relationship Id="rId4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Picture 19" descr=""/>
          <p:cNvPicPr/>
          <p:nvPr/>
        </p:nvPicPr>
        <p:blipFill>
          <a:blip r:embed="rId1"/>
          <a:stretch/>
        </p:blipFill>
        <p:spPr>
          <a:xfrm>
            <a:off x="178200" y="-228600"/>
            <a:ext cx="6677280" cy="622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7" name="Picture 8" descr=""/>
          <p:cNvPicPr/>
          <p:nvPr/>
        </p:nvPicPr>
        <p:blipFill>
          <a:blip r:embed="rId2"/>
          <a:stretch/>
        </p:blipFill>
        <p:spPr>
          <a:xfrm>
            <a:off x="0" y="5079960"/>
            <a:ext cx="12189240" cy="1775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28" name="Picture 7" descr=""/>
          <p:cNvPicPr/>
          <p:nvPr/>
        </p:nvPicPr>
        <p:blipFill>
          <a:blip r:embed="rId3"/>
          <a:stretch/>
        </p:blipFill>
        <p:spPr>
          <a:xfrm>
            <a:off x="0" y="2031840"/>
            <a:ext cx="12189240" cy="4823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9" name="PlaceHolder 1"/>
          <p:cNvSpPr>
            <a:spLocks noGrp="1"/>
          </p:cNvSpPr>
          <p:nvPr>
            <p:ph type="title"/>
          </p:nvPr>
        </p:nvSpPr>
        <p:spPr>
          <a:xfrm>
            <a:off x="364680" y="1778040"/>
            <a:ext cx="4804920" cy="96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3000" spc="6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Roboto"/>
                <a:ea typeface="Roboto"/>
              </a:rPr>
              <a:t>Hanwha Vision   </a:t>
            </a:r>
            <a:br>
              <a:rPr sz="3000"/>
            </a:br>
            <a:r>
              <a:rPr b="1" lang="en-US" sz="3000" spc="6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Roboto"/>
                <a:ea typeface="Roboto"/>
              </a:rPr>
              <a:t>1</a:t>
            </a:r>
            <a:r>
              <a:rPr b="1" lang="en-US" sz="3000" spc="6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Roboto"/>
                <a:ea typeface="Roboto"/>
              </a:rPr>
              <a:t>st – 15th July’25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30" name="Straight Connector 6"/>
          <p:cNvCxnSpPr/>
          <p:nvPr/>
        </p:nvCxnSpPr>
        <p:spPr>
          <a:xfrm>
            <a:off x="364320" y="2859480"/>
            <a:ext cx="4956120" cy="2880"/>
          </a:xfrm>
          <a:prstGeom prst="straightConnector1">
            <a:avLst/>
          </a:prstGeom>
          <a:ln w="25400">
            <a:solidFill>
              <a:srgbClr val="65bb35"/>
            </a:solidFill>
            <a:round/>
          </a:ln>
        </p:spPr>
      </p:cxnSp>
      <p:pic>
        <p:nvPicPr>
          <p:cNvPr id="231" name="Picture 24" descr=""/>
          <p:cNvPicPr/>
          <p:nvPr/>
        </p:nvPicPr>
        <p:blipFill>
          <a:blip r:embed="rId4"/>
          <a:stretch/>
        </p:blipFill>
        <p:spPr>
          <a:xfrm>
            <a:off x="9562680" y="377280"/>
            <a:ext cx="2169000" cy="1013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2" name="Picture 4" descr="">
            <a:hlinkClick r:id="rId5"/>
          </p:cNvPr>
          <p:cNvPicPr/>
          <p:nvPr/>
        </p:nvPicPr>
        <p:blipFill>
          <a:blip r:embed="rId6"/>
          <a:stretch/>
        </p:blipFill>
        <p:spPr>
          <a:xfrm>
            <a:off x="524880" y="611280"/>
            <a:ext cx="1775160" cy="53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3" name="Title 1"/>
          <p:cNvSpPr/>
          <p:nvPr/>
        </p:nvSpPr>
        <p:spPr>
          <a:xfrm>
            <a:off x="3657600" y="2921040"/>
            <a:ext cx="2284920" cy="37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90000"/>
              </a:lnSpc>
            </a:pPr>
            <a:r>
              <a:rPr b="1" lang="en-US" sz="2000" spc="6" strike="noStrike" u="none">
                <a:solidFill>
                  <a:srgbClr val="7030a0"/>
                </a:solidFill>
                <a:effectLst/>
                <a:uFillTx/>
                <a:latin typeface="Roboto"/>
                <a:ea typeface="Roboto"/>
              </a:rPr>
              <a:t>Rashmi Patel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Rectangle 4"/>
          <p:cNvSpPr/>
          <p:nvPr/>
        </p:nvSpPr>
        <p:spPr>
          <a:xfrm>
            <a:off x="335880" y="380880"/>
            <a:ext cx="11517120" cy="63216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65bb35"/>
              </a:solidFill>
              <a:effectLst/>
              <a:uFillTx/>
              <a:latin typeface="Calibri"/>
            </a:endParaRPr>
          </a:p>
        </p:txBody>
      </p:sp>
      <p:sp>
        <p:nvSpPr>
          <p:cNvPr id="235" name="PlaceHolder 1"/>
          <p:cNvSpPr>
            <a:spLocks noGrp="1"/>
          </p:cNvSpPr>
          <p:nvPr>
            <p:ph type="title"/>
          </p:nvPr>
        </p:nvSpPr>
        <p:spPr>
          <a:xfrm>
            <a:off x="507960" y="126000"/>
            <a:ext cx="747576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Meeting Participants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36" name="Straight Connector 8"/>
          <p:cNvCxnSpPr/>
          <p:nvPr/>
        </p:nvCxnSpPr>
        <p:spPr>
          <a:xfrm>
            <a:off x="335880" y="6222960"/>
            <a:ext cx="11522880" cy="2880"/>
          </a:xfrm>
          <a:prstGeom prst="straightConnector1">
            <a:avLst/>
          </a:prstGeom>
          <a:ln w="12700">
            <a:solidFill>
              <a:srgbClr val="d9d9d9"/>
            </a:solidFill>
            <a:round/>
          </a:ln>
        </p:spPr>
      </p:cxnSp>
      <p:sp>
        <p:nvSpPr>
          <p:cNvPr id="237" name="TextBox 12"/>
          <p:cNvSpPr/>
          <p:nvPr/>
        </p:nvSpPr>
        <p:spPr>
          <a:xfrm>
            <a:off x="326520" y="6380280"/>
            <a:ext cx="40680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6" strike="noStrike" u="none">
                <a:solidFill>
                  <a:schemeClr val="lt1">
                    <a:lumMod val="65000"/>
                  </a:schemeClr>
                </a:solidFill>
                <a:effectLst/>
                <a:uFillTx/>
                <a:latin typeface="Roboto"/>
                <a:ea typeface="Roboto"/>
              </a:rPr>
              <a:t>04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Rectangle 7"/>
          <p:cNvSpPr/>
          <p:nvPr/>
        </p:nvSpPr>
        <p:spPr>
          <a:xfrm>
            <a:off x="335880" y="380880"/>
            <a:ext cx="109800" cy="63216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39" name="Picture 16" descr=""/>
          <p:cNvPicPr/>
          <p:nvPr/>
        </p:nvPicPr>
        <p:blipFill>
          <a:blip r:embed="rId1"/>
          <a:stretch/>
        </p:blipFill>
        <p:spPr>
          <a:xfrm>
            <a:off x="10849320" y="6380280"/>
            <a:ext cx="1003680" cy="299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0" name="Subtitle 2"/>
          <p:cNvSpPr/>
          <p:nvPr/>
        </p:nvSpPr>
        <p:spPr>
          <a:xfrm>
            <a:off x="4835880" y="6443640"/>
            <a:ext cx="2517120" cy="1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6" strike="noStrike" u="sng">
                <a:solidFill>
                  <a:schemeClr val="lt1">
                    <a:lumMod val="75000"/>
                  </a:schemeClr>
                </a:solidFill>
                <a:effectLst/>
                <a:uFillTx/>
                <a:latin typeface="Roboto"/>
                <a:ea typeface="Roboto"/>
                <a:hlinkClick r:id="rId2"/>
              </a:rPr>
              <a:t>www.spec-india.com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Box 5"/>
          <p:cNvSpPr/>
          <p:nvPr/>
        </p:nvSpPr>
        <p:spPr>
          <a:xfrm>
            <a:off x="448560" y="1270800"/>
            <a:ext cx="8211240" cy="258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Roboto Medium"/>
              </a:rPr>
              <a:t>Parth Jotangiya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Roboto Medium"/>
              </a:rPr>
              <a:t>Jayendra Makvana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Roboto Medium"/>
              </a:rPr>
              <a:t>Adnan Mansuri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Roboto Medium"/>
              </a:rPr>
              <a:t>Hiten Parmar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Roboto Medium"/>
              </a:rPr>
              <a:t>Rashmi Patel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Roboto Medium"/>
              </a:rPr>
              <a:t>Hasti Kaneriya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Roboto Medium"/>
              </a:rPr>
              <a:t>Bhavika Gamdha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Rectangle 4"/>
          <p:cNvSpPr/>
          <p:nvPr/>
        </p:nvSpPr>
        <p:spPr>
          <a:xfrm>
            <a:off x="335880" y="380880"/>
            <a:ext cx="11517120" cy="63216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65bb35"/>
              </a:solidFill>
              <a:effectLst/>
              <a:uFillTx/>
              <a:latin typeface="Calibri"/>
            </a:endParaRPr>
          </a:p>
        </p:txBody>
      </p:sp>
      <p:sp>
        <p:nvSpPr>
          <p:cNvPr id="243" name="PlaceHolder 1"/>
          <p:cNvSpPr>
            <a:spLocks noGrp="1"/>
          </p:cNvSpPr>
          <p:nvPr>
            <p:ph type="title"/>
          </p:nvPr>
        </p:nvSpPr>
        <p:spPr>
          <a:xfrm>
            <a:off x="507960" y="126000"/>
            <a:ext cx="1115208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Rashmi Patel - Highlights of the work done in two weeks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44" name="Straight Connector 8"/>
          <p:cNvCxnSpPr/>
          <p:nvPr/>
        </p:nvCxnSpPr>
        <p:spPr>
          <a:xfrm>
            <a:off x="335880" y="6222960"/>
            <a:ext cx="11522880" cy="2880"/>
          </a:xfrm>
          <a:prstGeom prst="straightConnector1">
            <a:avLst/>
          </a:prstGeom>
          <a:ln w="12700">
            <a:solidFill>
              <a:srgbClr val="d9d9d9"/>
            </a:solidFill>
            <a:round/>
          </a:ln>
        </p:spPr>
      </p:cxnSp>
      <p:sp>
        <p:nvSpPr>
          <p:cNvPr id="245" name="TextBox 12"/>
          <p:cNvSpPr/>
          <p:nvPr/>
        </p:nvSpPr>
        <p:spPr>
          <a:xfrm>
            <a:off x="326520" y="6380280"/>
            <a:ext cx="40680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6" strike="noStrike" u="none">
                <a:solidFill>
                  <a:schemeClr val="lt1">
                    <a:lumMod val="65000"/>
                  </a:schemeClr>
                </a:solidFill>
                <a:effectLst/>
                <a:uFillTx/>
                <a:latin typeface="Roboto"/>
                <a:ea typeface="Roboto"/>
              </a:rPr>
              <a:t>04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Rectangle 7"/>
          <p:cNvSpPr/>
          <p:nvPr/>
        </p:nvSpPr>
        <p:spPr>
          <a:xfrm>
            <a:off x="335880" y="380880"/>
            <a:ext cx="109800" cy="63216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47" name="Picture 16" descr=""/>
          <p:cNvPicPr/>
          <p:nvPr/>
        </p:nvPicPr>
        <p:blipFill>
          <a:blip r:embed="rId1"/>
          <a:stretch/>
        </p:blipFill>
        <p:spPr>
          <a:xfrm>
            <a:off x="10849320" y="6380280"/>
            <a:ext cx="1003680" cy="299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8" name="Subtitle 2"/>
          <p:cNvSpPr/>
          <p:nvPr/>
        </p:nvSpPr>
        <p:spPr>
          <a:xfrm>
            <a:off x="4835880" y="6443640"/>
            <a:ext cx="2517120" cy="1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6" strike="noStrike" u="sng">
                <a:solidFill>
                  <a:schemeClr val="lt1">
                    <a:lumMod val="75000"/>
                  </a:schemeClr>
                </a:solidFill>
                <a:effectLst/>
                <a:uFillTx/>
                <a:latin typeface="Roboto"/>
                <a:ea typeface="Roboto"/>
                <a:hlinkClick r:id="rId2"/>
              </a:rPr>
              <a:t>www.spec-india.com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Box 5"/>
          <p:cNvSpPr/>
          <p:nvPr/>
        </p:nvSpPr>
        <p:spPr>
          <a:xfrm>
            <a:off x="448560" y="1015920"/>
            <a:ext cx="11404440" cy="585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2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Front end development of Hanwha Application: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Client App: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Worked on the Monitoring screen to hide the Add button when no items are present in a group.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Fixed various widget design bugs listed in the Round 4 feedback sheet.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Updated the Floor Plan Widget to include a dropdown and display options for only the selected floor.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Implemented functionality across the application to prevent dialogs and drawers from closing when clicking outside.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Made several improvements to the Notification screen UI and behavior.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Resolved the issue where opening a widget in expanded view did not center it properly—applied the fix to all widgets.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Fixed the issue related to series color rendering in Modal-type widgets.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Added the application version in the header as per the Figma design.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Implemented the suggestion to mention logo size/resolution on the Settings page.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Reviewed all widgets to ensure data is cleared properly, and added a "No data found" message for widgets without data.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Assisted Dhaval with design changes for the Multisite Setup page.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Deployed the code multiple times to resolve a CSS issue for the Multisite Setup page that was not reflecting on the deployed URL.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Implemented SignalR-based animations in widgets which are include the signalR.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Made several dark theme changes as suggested by Dhaval.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Rectangle 4"/>
          <p:cNvSpPr/>
          <p:nvPr/>
        </p:nvSpPr>
        <p:spPr>
          <a:xfrm>
            <a:off x="335880" y="380880"/>
            <a:ext cx="11517120" cy="63216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65bb35"/>
              </a:solidFill>
              <a:effectLst/>
              <a:uFillTx/>
              <a:latin typeface="Calibri"/>
            </a:endParaRPr>
          </a:p>
        </p:txBody>
      </p:sp>
      <p:sp>
        <p:nvSpPr>
          <p:cNvPr id="251" name="PlaceHolder 1"/>
          <p:cNvSpPr>
            <a:spLocks noGrp="1"/>
          </p:cNvSpPr>
          <p:nvPr>
            <p:ph type="title"/>
          </p:nvPr>
        </p:nvSpPr>
        <p:spPr>
          <a:xfrm>
            <a:off x="507960" y="126000"/>
            <a:ext cx="11145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Rashmi Patel - Roadblocks / issues if any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52" name="Straight Connector 8"/>
          <p:cNvCxnSpPr/>
          <p:nvPr/>
        </p:nvCxnSpPr>
        <p:spPr>
          <a:xfrm>
            <a:off x="335880" y="6222960"/>
            <a:ext cx="11522880" cy="2880"/>
          </a:xfrm>
          <a:prstGeom prst="straightConnector1">
            <a:avLst/>
          </a:prstGeom>
          <a:ln w="12700">
            <a:solidFill>
              <a:srgbClr val="d9d9d9"/>
            </a:solidFill>
            <a:round/>
          </a:ln>
        </p:spPr>
      </p:cxnSp>
      <p:sp>
        <p:nvSpPr>
          <p:cNvPr id="253" name="TextBox 12"/>
          <p:cNvSpPr/>
          <p:nvPr/>
        </p:nvSpPr>
        <p:spPr>
          <a:xfrm>
            <a:off x="326520" y="6380280"/>
            <a:ext cx="40680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6" strike="noStrike" u="none">
                <a:solidFill>
                  <a:schemeClr val="lt1">
                    <a:lumMod val="65000"/>
                  </a:schemeClr>
                </a:solidFill>
                <a:effectLst/>
                <a:uFillTx/>
                <a:latin typeface="Roboto"/>
                <a:ea typeface="Roboto"/>
              </a:rPr>
              <a:t>04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Rectangle 7"/>
          <p:cNvSpPr/>
          <p:nvPr/>
        </p:nvSpPr>
        <p:spPr>
          <a:xfrm>
            <a:off x="335880" y="380880"/>
            <a:ext cx="109800" cy="63216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55" name="Picture 16" descr=""/>
          <p:cNvPicPr/>
          <p:nvPr/>
        </p:nvPicPr>
        <p:blipFill>
          <a:blip r:embed="rId1"/>
          <a:stretch/>
        </p:blipFill>
        <p:spPr>
          <a:xfrm>
            <a:off x="10849320" y="6380280"/>
            <a:ext cx="1003680" cy="299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6" name="Subtitle 2"/>
          <p:cNvSpPr/>
          <p:nvPr/>
        </p:nvSpPr>
        <p:spPr>
          <a:xfrm>
            <a:off x="4835880" y="6443640"/>
            <a:ext cx="2517120" cy="1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6" strike="noStrike" u="sng">
                <a:solidFill>
                  <a:schemeClr val="lt1">
                    <a:lumMod val="75000"/>
                  </a:schemeClr>
                </a:solidFill>
                <a:effectLst/>
                <a:uFillTx/>
                <a:latin typeface="Roboto"/>
                <a:ea typeface="Roboto"/>
                <a:hlinkClick r:id="rId2"/>
              </a:rPr>
              <a:t>www.spec-india.com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Box 3"/>
          <p:cNvSpPr/>
          <p:nvPr/>
        </p:nvSpPr>
        <p:spPr>
          <a:xfrm>
            <a:off x="448560" y="1236600"/>
            <a:ext cx="1140444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Not have any point.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Rectangle 4"/>
          <p:cNvSpPr/>
          <p:nvPr/>
        </p:nvSpPr>
        <p:spPr>
          <a:xfrm>
            <a:off x="335880" y="380880"/>
            <a:ext cx="11517120" cy="63216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65bb35"/>
              </a:solidFill>
              <a:effectLst/>
              <a:uFillTx/>
              <a:latin typeface="Calibri"/>
            </a:endParaRPr>
          </a:p>
        </p:txBody>
      </p:sp>
      <p:sp>
        <p:nvSpPr>
          <p:cNvPr id="259" name="PlaceHolder 1"/>
          <p:cNvSpPr>
            <a:spLocks noGrp="1"/>
          </p:cNvSpPr>
          <p:nvPr>
            <p:ph type="title"/>
          </p:nvPr>
        </p:nvSpPr>
        <p:spPr>
          <a:xfrm>
            <a:off x="507960" y="126000"/>
            <a:ext cx="747576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Rashmi Patel - Improvement Points Identified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60" name="Straight Connector 8"/>
          <p:cNvCxnSpPr/>
          <p:nvPr/>
        </p:nvCxnSpPr>
        <p:spPr>
          <a:xfrm>
            <a:off x="335880" y="6222960"/>
            <a:ext cx="11522880" cy="2880"/>
          </a:xfrm>
          <a:prstGeom prst="straightConnector1">
            <a:avLst/>
          </a:prstGeom>
          <a:ln w="12700">
            <a:solidFill>
              <a:srgbClr val="d9d9d9"/>
            </a:solidFill>
            <a:round/>
          </a:ln>
        </p:spPr>
      </p:cxnSp>
      <p:sp>
        <p:nvSpPr>
          <p:cNvPr id="261" name="TextBox 12"/>
          <p:cNvSpPr/>
          <p:nvPr/>
        </p:nvSpPr>
        <p:spPr>
          <a:xfrm>
            <a:off x="326520" y="6380280"/>
            <a:ext cx="40680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6" strike="noStrike" u="none">
                <a:solidFill>
                  <a:schemeClr val="lt1">
                    <a:lumMod val="65000"/>
                  </a:schemeClr>
                </a:solidFill>
                <a:effectLst/>
                <a:uFillTx/>
                <a:latin typeface="Roboto"/>
                <a:ea typeface="Roboto"/>
              </a:rPr>
              <a:t>04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Rectangle 7"/>
          <p:cNvSpPr/>
          <p:nvPr/>
        </p:nvSpPr>
        <p:spPr>
          <a:xfrm>
            <a:off x="335880" y="380880"/>
            <a:ext cx="109800" cy="63216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63" name="Picture 16" descr=""/>
          <p:cNvPicPr/>
          <p:nvPr/>
        </p:nvPicPr>
        <p:blipFill>
          <a:blip r:embed="rId1"/>
          <a:stretch/>
        </p:blipFill>
        <p:spPr>
          <a:xfrm>
            <a:off x="10849320" y="6380280"/>
            <a:ext cx="1003680" cy="299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4" name="Subtitle 2"/>
          <p:cNvSpPr/>
          <p:nvPr/>
        </p:nvSpPr>
        <p:spPr>
          <a:xfrm>
            <a:off x="4835880" y="6443640"/>
            <a:ext cx="2517120" cy="1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6" strike="noStrike" u="sng">
                <a:solidFill>
                  <a:schemeClr val="lt1">
                    <a:lumMod val="75000"/>
                  </a:schemeClr>
                </a:solidFill>
                <a:effectLst/>
                <a:uFillTx/>
                <a:latin typeface="Roboto"/>
                <a:ea typeface="Roboto"/>
                <a:hlinkClick r:id="rId2"/>
              </a:rPr>
              <a:t>www.spec-india.com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Box 5"/>
          <p:cNvSpPr/>
          <p:nvPr/>
        </p:nvSpPr>
        <p:spPr>
          <a:xfrm>
            <a:off x="448560" y="1235880"/>
            <a:ext cx="11404440" cy="92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3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Need to Improve communication skill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3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  <a:ea typeface="Roboto"/>
              </a:rPr>
              <a:t>Need to improve turn around time (TAT) on the each assigned task. So, that will be helpful for me to complete the responsibilities in timely manner. </a:t>
            </a:r>
            <a:r>
              <a:rPr b="0" lang="en-US" sz="1400" strike="noStrike" u="none">
                <a:solidFill>
                  <a:srgbClr val="ff0000"/>
                </a:solidFill>
                <a:effectLst/>
                <a:highlight>
                  <a:srgbClr val="ffff00"/>
                </a:highlight>
                <a:uFillTx/>
                <a:latin typeface="Calibri"/>
                <a:ea typeface="Roboto"/>
              </a:rPr>
              <a:t>Most Imp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  <a:ea typeface="Roboto"/>
              </a:rPr>
              <a:t>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Rectangle 4"/>
          <p:cNvSpPr/>
          <p:nvPr/>
        </p:nvSpPr>
        <p:spPr>
          <a:xfrm>
            <a:off x="335880" y="380880"/>
            <a:ext cx="11517120" cy="63216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65bb35"/>
              </a:solidFill>
              <a:effectLst/>
              <a:uFillTx/>
              <a:latin typeface="Calibri"/>
            </a:endParaRPr>
          </a:p>
        </p:txBody>
      </p:sp>
      <p:sp>
        <p:nvSpPr>
          <p:cNvPr id="267" name="PlaceHolder 1"/>
          <p:cNvSpPr>
            <a:spLocks noGrp="1"/>
          </p:cNvSpPr>
          <p:nvPr>
            <p:ph type="title"/>
          </p:nvPr>
        </p:nvSpPr>
        <p:spPr>
          <a:xfrm>
            <a:off x="507960" y="126000"/>
            <a:ext cx="1115208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Rashmi Patel - Any New Problem Statement Seen / Identified * If any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68" name="Straight Connector 8"/>
          <p:cNvCxnSpPr/>
          <p:nvPr/>
        </p:nvCxnSpPr>
        <p:spPr>
          <a:xfrm>
            <a:off x="335880" y="6222960"/>
            <a:ext cx="11522880" cy="2880"/>
          </a:xfrm>
          <a:prstGeom prst="straightConnector1">
            <a:avLst/>
          </a:prstGeom>
          <a:ln w="12700">
            <a:solidFill>
              <a:srgbClr val="d9d9d9"/>
            </a:solidFill>
            <a:round/>
          </a:ln>
        </p:spPr>
      </p:cxnSp>
      <p:sp>
        <p:nvSpPr>
          <p:cNvPr id="269" name="TextBox 12"/>
          <p:cNvSpPr/>
          <p:nvPr/>
        </p:nvSpPr>
        <p:spPr>
          <a:xfrm>
            <a:off x="326520" y="6380280"/>
            <a:ext cx="40680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6" strike="noStrike" u="none">
                <a:solidFill>
                  <a:schemeClr val="lt1">
                    <a:lumMod val="65000"/>
                  </a:schemeClr>
                </a:solidFill>
                <a:effectLst/>
                <a:uFillTx/>
                <a:latin typeface="Roboto"/>
                <a:ea typeface="Roboto"/>
              </a:rPr>
              <a:t>04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Rectangle 7"/>
          <p:cNvSpPr/>
          <p:nvPr/>
        </p:nvSpPr>
        <p:spPr>
          <a:xfrm>
            <a:off x="335880" y="380880"/>
            <a:ext cx="109800" cy="63216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71" name="Picture 16" descr=""/>
          <p:cNvPicPr/>
          <p:nvPr/>
        </p:nvPicPr>
        <p:blipFill>
          <a:blip r:embed="rId1"/>
          <a:stretch/>
        </p:blipFill>
        <p:spPr>
          <a:xfrm>
            <a:off x="10849320" y="6380280"/>
            <a:ext cx="1003680" cy="299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2" name="Subtitle 2"/>
          <p:cNvSpPr/>
          <p:nvPr/>
        </p:nvSpPr>
        <p:spPr>
          <a:xfrm>
            <a:off x="4835880" y="6443640"/>
            <a:ext cx="2517120" cy="1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6" strike="noStrike" u="sng">
                <a:solidFill>
                  <a:schemeClr val="lt1">
                    <a:lumMod val="75000"/>
                  </a:schemeClr>
                </a:solidFill>
                <a:effectLst/>
                <a:uFillTx/>
                <a:latin typeface="Roboto"/>
                <a:ea typeface="Roboto"/>
                <a:hlinkClick r:id="rId2"/>
              </a:rPr>
              <a:t>www.spec-india.com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Box 5"/>
          <p:cNvSpPr/>
          <p:nvPr/>
        </p:nvSpPr>
        <p:spPr>
          <a:xfrm>
            <a:off x="448560" y="1264680"/>
            <a:ext cx="11066040" cy="36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3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  <a:ea typeface="Roboto"/>
              </a:rPr>
              <a:t>There is no any problem statement identified yet.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Rectangle 4"/>
          <p:cNvSpPr/>
          <p:nvPr/>
        </p:nvSpPr>
        <p:spPr>
          <a:xfrm>
            <a:off x="335880" y="380880"/>
            <a:ext cx="11517120" cy="63216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65bb35"/>
              </a:solidFill>
              <a:effectLst/>
              <a:uFillTx/>
              <a:latin typeface="Calibri"/>
            </a:endParaRPr>
          </a:p>
        </p:txBody>
      </p:sp>
      <p:sp>
        <p:nvSpPr>
          <p:cNvPr id="275" name="PlaceHolder 1"/>
          <p:cNvSpPr>
            <a:spLocks noGrp="1"/>
          </p:cNvSpPr>
          <p:nvPr>
            <p:ph type="title"/>
          </p:nvPr>
        </p:nvSpPr>
        <p:spPr>
          <a:xfrm>
            <a:off x="507960" y="126000"/>
            <a:ext cx="1082952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Rashmi Patel - Achievements/Extra mile of the week * if any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76" name="Straight Connector 8"/>
          <p:cNvCxnSpPr/>
          <p:nvPr/>
        </p:nvCxnSpPr>
        <p:spPr>
          <a:xfrm>
            <a:off x="335880" y="6222960"/>
            <a:ext cx="11522880" cy="2880"/>
          </a:xfrm>
          <a:prstGeom prst="straightConnector1">
            <a:avLst/>
          </a:prstGeom>
          <a:ln w="12700">
            <a:solidFill>
              <a:srgbClr val="d9d9d9"/>
            </a:solidFill>
            <a:round/>
          </a:ln>
        </p:spPr>
      </p:cxnSp>
      <p:sp>
        <p:nvSpPr>
          <p:cNvPr id="277" name="TextBox 12"/>
          <p:cNvSpPr/>
          <p:nvPr/>
        </p:nvSpPr>
        <p:spPr>
          <a:xfrm>
            <a:off x="326520" y="6380280"/>
            <a:ext cx="40680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6" strike="noStrike" u="none">
                <a:solidFill>
                  <a:schemeClr val="lt1">
                    <a:lumMod val="65000"/>
                  </a:schemeClr>
                </a:solidFill>
                <a:effectLst/>
                <a:uFillTx/>
                <a:latin typeface="Roboto"/>
                <a:ea typeface="Roboto"/>
              </a:rPr>
              <a:t>04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Rectangle 7"/>
          <p:cNvSpPr/>
          <p:nvPr/>
        </p:nvSpPr>
        <p:spPr>
          <a:xfrm>
            <a:off x="335880" y="380880"/>
            <a:ext cx="109800" cy="63216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79" name="Picture 16" descr=""/>
          <p:cNvPicPr/>
          <p:nvPr/>
        </p:nvPicPr>
        <p:blipFill>
          <a:blip r:embed="rId1"/>
          <a:stretch/>
        </p:blipFill>
        <p:spPr>
          <a:xfrm>
            <a:off x="10849320" y="6380280"/>
            <a:ext cx="1003680" cy="299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0" name="Subtitle 2"/>
          <p:cNvSpPr/>
          <p:nvPr/>
        </p:nvSpPr>
        <p:spPr>
          <a:xfrm>
            <a:off x="4835880" y="6443640"/>
            <a:ext cx="2517120" cy="1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6" strike="noStrike" u="sng">
                <a:solidFill>
                  <a:schemeClr val="lt1">
                    <a:lumMod val="75000"/>
                  </a:schemeClr>
                </a:solidFill>
                <a:effectLst/>
                <a:uFillTx/>
                <a:latin typeface="Roboto"/>
                <a:ea typeface="Roboto"/>
                <a:hlinkClick r:id="rId2"/>
              </a:rPr>
              <a:t>www.spec-india.com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Box 5"/>
          <p:cNvSpPr/>
          <p:nvPr/>
        </p:nvSpPr>
        <p:spPr>
          <a:xfrm>
            <a:off x="448560" y="1198800"/>
            <a:ext cx="9671400" cy="36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30000"/>
              </a:lnSpc>
              <a:buClr>
                <a:srgbClr val="000000"/>
              </a:buClr>
              <a:buFont typeface="Wingdings" charset="2"/>
              <a:buChar char="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There have been no achievements recorded in the last two weeks.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Picture 19" descr=""/>
          <p:cNvPicPr/>
          <p:nvPr/>
        </p:nvPicPr>
        <p:blipFill>
          <a:blip r:embed="rId1"/>
          <a:stretch/>
        </p:blipFill>
        <p:spPr>
          <a:xfrm>
            <a:off x="-18360" y="0"/>
            <a:ext cx="6677280" cy="6220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83" name="Picture 8" descr=""/>
          <p:cNvPicPr/>
          <p:nvPr/>
        </p:nvPicPr>
        <p:blipFill>
          <a:blip r:embed="rId2"/>
          <a:stretch/>
        </p:blipFill>
        <p:spPr>
          <a:xfrm>
            <a:off x="0" y="5079960"/>
            <a:ext cx="12189240" cy="1775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4" name="PlaceHolder 1"/>
          <p:cNvSpPr>
            <a:spLocks noGrp="1"/>
          </p:cNvSpPr>
          <p:nvPr>
            <p:ph type="title"/>
          </p:nvPr>
        </p:nvSpPr>
        <p:spPr>
          <a:xfrm>
            <a:off x="457560" y="462960"/>
            <a:ext cx="5220720" cy="1028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3000" spc="6" strike="noStrike" u="none">
                <a:solidFill>
                  <a:srgbClr val="65bb35"/>
                </a:solidFill>
                <a:effectLst/>
                <a:uFillTx/>
                <a:latin typeface="Roboto"/>
                <a:ea typeface="Roboto"/>
              </a:rPr>
              <a:t>Thank You For </a:t>
            </a:r>
            <a:br>
              <a:rPr sz="3000"/>
            </a:br>
            <a:r>
              <a:rPr b="1" lang="en-US" sz="3000" spc="6" strike="noStrike" u="none">
                <a:solidFill>
                  <a:srgbClr val="65bb35"/>
                </a:solidFill>
                <a:effectLst/>
                <a:uFillTx/>
                <a:latin typeface="Roboto"/>
                <a:ea typeface="Roboto"/>
              </a:rPr>
              <a:t>Your Time &amp; Attention!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PlaceHolder 2"/>
          <p:cNvSpPr>
            <a:spLocks noGrp="1"/>
          </p:cNvSpPr>
          <p:nvPr>
            <p:ph type="subTitle"/>
          </p:nvPr>
        </p:nvSpPr>
        <p:spPr>
          <a:xfrm>
            <a:off x="457560" y="1756080"/>
            <a:ext cx="5220720" cy="69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5000" lnSpcReduction="9999"/>
          </a:bodyPr>
          <a:p>
            <a:pPr indent="0" defTabSz="914400"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600" spc="6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Roboto"/>
                <a:ea typeface="Roboto"/>
              </a:rPr>
              <a:t>Looking forward to having a mutually beneficial association! Assuring you of our best services always!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86" name="Straight Connector 6"/>
          <p:cNvCxnSpPr/>
          <p:nvPr/>
        </p:nvCxnSpPr>
        <p:spPr>
          <a:xfrm>
            <a:off x="524880" y="1622160"/>
            <a:ext cx="4323240" cy="2880"/>
          </a:xfrm>
          <a:prstGeom prst="straightConnector1">
            <a:avLst/>
          </a:prstGeom>
          <a:ln w="25400">
            <a:solidFill>
              <a:srgbClr val="65bb35"/>
            </a:solidFill>
            <a:round/>
          </a:ln>
        </p:spPr>
      </p:cxnSp>
      <p:cxnSp>
        <p:nvCxnSpPr>
          <p:cNvPr id="287" name="Straight Connector 5"/>
          <p:cNvCxnSpPr/>
          <p:nvPr/>
        </p:nvCxnSpPr>
        <p:spPr>
          <a:xfrm>
            <a:off x="335880" y="6301080"/>
            <a:ext cx="11522880" cy="2880"/>
          </a:xfrm>
          <a:prstGeom prst="straightConnector1">
            <a:avLst/>
          </a:prstGeom>
          <a:ln w="12700">
            <a:solidFill>
              <a:srgbClr val="d9d9d9">
                <a:alpha val="70000"/>
              </a:srgbClr>
            </a:solidFill>
            <a:round/>
          </a:ln>
        </p:spPr>
      </p:cxnSp>
      <p:sp>
        <p:nvSpPr>
          <p:cNvPr id="288" name="TextBox 9"/>
          <p:cNvSpPr/>
          <p:nvPr/>
        </p:nvSpPr>
        <p:spPr>
          <a:xfrm>
            <a:off x="147960" y="6384600"/>
            <a:ext cx="385812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6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Roboto"/>
                <a:ea typeface="Roboto"/>
              </a:rPr>
              <a:t>© 2023 SPEC INDIA. All Rights Reserved.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Subtitle 2"/>
          <p:cNvSpPr/>
          <p:nvPr/>
        </p:nvSpPr>
        <p:spPr>
          <a:xfrm>
            <a:off x="457560" y="2609640"/>
            <a:ext cx="2338200" cy="64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sp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1" lang="en-US" sz="1400" spc="6" strike="noStrike" u="none">
                <a:solidFill>
                  <a:srgbClr val="0b334c"/>
                </a:solidFill>
                <a:effectLst/>
                <a:uFillTx/>
                <a:latin typeface="Roboto"/>
                <a:ea typeface="Roboto"/>
              </a:rPr>
              <a:t>Visit us at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400" spc="6" strike="noStrike" u="sng">
                <a:solidFill>
                  <a:srgbClr val="0563c1"/>
                </a:solidFill>
                <a:effectLst/>
                <a:uFillTx/>
                <a:latin typeface="Roboto"/>
                <a:ea typeface="Roboto"/>
                <a:hlinkClick r:id="rId3"/>
              </a:rPr>
              <a:t>www.spec-india.com</a:t>
            </a:r>
            <a:r>
              <a:rPr b="0" lang="en-US" sz="1400" spc="6" strike="noStrike" u="sng">
                <a:solidFill>
                  <a:srgbClr val="0563c1"/>
                </a:solidFill>
                <a:effectLst/>
                <a:uFillTx/>
                <a:latin typeface="Roboto"/>
                <a:ea typeface="Roboto"/>
                <a:hlinkClick r:id="rId4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Subtitle 2"/>
          <p:cNvSpPr/>
          <p:nvPr/>
        </p:nvSpPr>
        <p:spPr>
          <a:xfrm>
            <a:off x="2798640" y="2609640"/>
            <a:ext cx="2338200" cy="64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sp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1" lang="en-US" sz="1400" spc="6" strike="noStrike" u="none">
                <a:solidFill>
                  <a:srgbClr val="0b334c"/>
                </a:solidFill>
                <a:effectLst/>
                <a:uFillTx/>
                <a:latin typeface="Roboto"/>
                <a:ea typeface="Roboto"/>
              </a:rPr>
              <a:t>Write to us at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400" spc="6" strike="noStrike" u="sng">
                <a:solidFill>
                  <a:srgbClr val="0563c1"/>
                </a:solidFill>
                <a:effectLst/>
                <a:uFillTx/>
                <a:latin typeface="Roboto"/>
                <a:ea typeface="Roboto"/>
                <a:hlinkClick r:id="rId5"/>
              </a:rPr>
              <a:t>lead@spec-india.com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Subtitle 2"/>
          <p:cNvSpPr/>
          <p:nvPr/>
        </p:nvSpPr>
        <p:spPr>
          <a:xfrm>
            <a:off x="7244280" y="796680"/>
            <a:ext cx="369720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1" lang="en-US" sz="1600" spc="6" strike="noStrike" u="none">
                <a:solidFill>
                  <a:srgbClr val="0b334c"/>
                </a:solidFill>
                <a:effectLst/>
                <a:uFillTx/>
                <a:latin typeface="Roboto"/>
                <a:ea typeface="Roboto"/>
              </a:rPr>
              <a:t>India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Subtitle 2"/>
          <p:cNvSpPr/>
          <p:nvPr/>
        </p:nvSpPr>
        <p:spPr>
          <a:xfrm>
            <a:off x="7581240" y="1292040"/>
            <a:ext cx="3697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6" strike="noStrike" u="sng">
                <a:solidFill>
                  <a:schemeClr val="lt1"/>
                </a:solidFill>
                <a:effectLst/>
                <a:uFillTx/>
                <a:latin typeface="Roboto"/>
                <a:ea typeface="Roboto"/>
                <a:hlinkClick r:id="rId6"/>
              </a:rPr>
              <a:t>lead@spec-india.com</a:t>
            </a:r>
            <a:r>
              <a:rPr b="0" lang="en-US" sz="1400" spc="6" strike="noStrike" u="sng">
                <a:solidFill>
                  <a:schemeClr val="lt1"/>
                </a:solidFill>
                <a:effectLst/>
                <a:uFillTx/>
                <a:latin typeface="Roboto"/>
                <a:ea typeface="Roboto"/>
                <a:hlinkClick r:id="rId7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Subtitle 2"/>
          <p:cNvSpPr/>
          <p:nvPr/>
        </p:nvSpPr>
        <p:spPr>
          <a:xfrm>
            <a:off x="7581240" y="1687680"/>
            <a:ext cx="3697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6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+91-79-26404031 to 34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Subtitle 2"/>
          <p:cNvSpPr/>
          <p:nvPr/>
        </p:nvSpPr>
        <p:spPr>
          <a:xfrm>
            <a:off x="7581240" y="2083320"/>
            <a:ext cx="3697200" cy="94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6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SPEC House”, Parth Complex,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6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Near Swastik Cross Roads, Navarangpura, Ahmedabad 380009, INDIA.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95" name="Straight Connector 12"/>
          <p:cNvCxnSpPr/>
          <p:nvPr/>
        </p:nvCxnSpPr>
        <p:spPr>
          <a:xfrm>
            <a:off x="7326720" y="1179720"/>
            <a:ext cx="3071160" cy="2880"/>
          </a:xfrm>
          <a:prstGeom prst="straightConnector1">
            <a:avLst/>
          </a:prstGeom>
          <a:ln w="12700">
            <a:solidFill>
              <a:srgbClr val="0b334c"/>
            </a:solidFill>
            <a:round/>
          </a:ln>
        </p:spPr>
      </p:cxnSp>
      <p:pic>
        <p:nvPicPr>
          <p:cNvPr id="296" name="Picture 16" descr=""/>
          <p:cNvPicPr/>
          <p:nvPr/>
        </p:nvPicPr>
        <p:blipFill>
          <a:blip r:embed="rId8"/>
          <a:stretch/>
        </p:blipFill>
        <p:spPr>
          <a:xfrm>
            <a:off x="7326720" y="1331640"/>
            <a:ext cx="225720" cy="225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7" name="Picture 17" descr=""/>
          <p:cNvPicPr/>
          <p:nvPr/>
        </p:nvPicPr>
        <p:blipFill>
          <a:blip r:embed="rId9"/>
          <a:stretch/>
        </p:blipFill>
        <p:spPr>
          <a:xfrm>
            <a:off x="7326720" y="1727280"/>
            <a:ext cx="225720" cy="225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8" name="Picture 18" descr=""/>
          <p:cNvPicPr/>
          <p:nvPr/>
        </p:nvPicPr>
        <p:blipFill>
          <a:blip r:embed="rId10"/>
          <a:stretch/>
        </p:blipFill>
        <p:spPr>
          <a:xfrm>
            <a:off x="7328520" y="2122920"/>
            <a:ext cx="225720" cy="225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9" name="Subtitle 2"/>
          <p:cNvSpPr/>
          <p:nvPr/>
        </p:nvSpPr>
        <p:spPr>
          <a:xfrm>
            <a:off x="7244280" y="2842200"/>
            <a:ext cx="369720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1" lang="en-US" sz="1600" spc="6" strike="noStrike" u="none">
                <a:solidFill>
                  <a:srgbClr val="0b334c"/>
                </a:solidFill>
                <a:effectLst/>
                <a:uFillTx/>
                <a:latin typeface="Roboto"/>
                <a:ea typeface="Roboto"/>
              </a:rPr>
              <a:t>USA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Subtitle 2"/>
          <p:cNvSpPr/>
          <p:nvPr/>
        </p:nvSpPr>
        <p:spPr>
          <a:xfrm>
            <a:off x="7581240" y="3337560"/>
            <a:ext cx="3697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6" strike="noStrike" u="sng">
                <a:solidFill>
                  <a:schemeClr val="lt1"/>
                </a:solidFill>
                <a:effectLst/>
                <a:uFillTx/>
                <a:latin typeface="Roboto"/>
                <a:ea typeface="Roboto"/>
                <a:hlinkClick r:id="rId11"/>
              </a:rPr>
              <a:t>lead@spec-usa.net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Subtitle 2"/>
          <p:cNvSpPr/>
          <p:nvPr/>
        </p:nvSpPr>
        <p:spPr>
          <a:xfrm>
            <a:off x="7581240" y="3733200"/>
            <a:ext cx="36972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6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+ 1 908-450-9862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Subtitle 2"/>
          <p:cNvSpPr/>
          <p:nvPr/>
        </p:nvSpPr>
        <p:spPr>
          <a:xfrm>
            <a:off x="7581240" y="4128480"/>
            <a:ext cx="36972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6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SPEC Partner”, 350 Grove Street, Bridgewater, NJ 08807, United States.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03" name="Straight Connector 24"/>
          <p:cNvCxnSpPr/>
          <p:nvPr/>
        </p:nvCxnSpPr>
        <p:spPr>
          <a:xfrm>
            <a:off x="7326720" y="3224880"/>
            <a:ext cx="3071160" cy="2880"/>
          </a:xfrm>
          <a:prstGeom prst="straightConnector1">
            <a:avLst/>
          </a:prstGeom>
          <a:ln w="12700">
            <a:solidFill>
              <a:srgbClr val="0b334c"/>
            </a:solidFill>
            <a:round/>
          </a:ln>
        </p:spPr>
      </p:cxnSp>
      <p:pic>
        <p:nvPicPr>
          <p:cNvPr id="304" name="Picture 25" descr=""/>
          <p:cNvPicPr/>
          <p:nvPr/>
        </p:nvPicPr>
        <p:blipFill>
          <a:blip r:embed="rId12"/>
          <a:stretch/>
        </p:blipFill>
        <p:spPr>
          <a:xfrm>
            <a:off x="7326720" y="3377160"/>
            <a:ext cx="225720" cy="225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5" name="Picture 26" descr=""/>
          <p:cNvPicPr/>
          <p:nvPr/>
        </p:nvPicPr>
        <p:blipFill>
          <a:blip r:embed="rId13"/>
          <a:stretch/>
        </p:blipFill>
        <p:spPr>
          <a:xfrm>
            <a:off x="7326720" y="3772440"/>
            <a:ext cx="225720" cy="225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6" name="Picture 27" descr=""/>
          <p:cNvPicPr/>
          <p:nvPr/>
        </p:nvPicPr>
        <p:blipFill>
          <a:blip r:embed="rId14"/>
          <a:stretch/>
        </p:blipFill>
        <p:spPr>
          <a:xfrm>
            <a:off x="7328520" y="4168080"/>
            <a:ext cx="225720" cy="225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7" name="Picture 39" descr="Logo&#10;&#10;Description automatically generated">
            <a:hlinkClick r:id="rId15"/>
          </p:cNvPr>
          <p:cNvPicPr/>
          <p:nvPr/>
        </p:nvPicPr>
        <p:blipFill>
          <a:blip r:embed="rId16"/>
          <a:stretch/>
        </p:blipFill>
        <p:spPr>
          <a:xfrm>
            <a:off x="2600280" y="5526000"/>
            <a:ext cx="879120" cy="249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8" name="Picture 41" descr="A picture containing text, clipart&#10;&#10;Description automatically generated">
            <a:hlinkClick r:id="rId17"/>
          </p:cNvPr>
          <p:cNvPicPr/>
          <p:nvPr/>
        </p:nvPicPr>
        <p:blipFill>
          <a:blip r:embed="rId18"/>
          <a:stretch/>
        </p:blipFill>
        <p:spPr>
          <a:xfrm>
            <a:off x="3831120" y="5544000"/>
            <a:ext cx="1509120" cy="213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9" name="Picture 43" descr="A picture containing text, clipart&#10;&#10;Description automatically generated">
            <a:hlinkClick r:id="rId19"/>
          </p:cNvPr>
          <p:cNvPicPr/>
          <p:nvPr/>
        </p:nvPicPr>
        <p:blipFill>
          <a:blip r:embed="rId20"/>
          <a:stretch/>
        </p:blipFill>
        <p:spPr>
          <a:xfrm>
            <a:off x="5692320" y="5526000"/>
            <a:ext cx="763560" cy="249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0" name="Picture 45" descr="A picture containing text, clipart&#10;&#10;Description automatically generated">
            <a:hlinkClick r:id="rId21"/>
          </p:cNvPr>
          <p:cNvPicPr/>
          <p:nvPr/>
        </p:nvPicPr>
        <p:blipFill>
          <a:blip r:embed="rId22"/>
          <a:stretch/>
        </p:blipFill>
        <p:spPr>
          <a:xfrm>
            <a:off x="6807960" y="5526000"/>
            <a:ext cx="1280160" cy="249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1" name="Picture 47" descr="A picture containing text, transport, clipart, wheel&#10;&#10;Description automatically generated">
            <a:hlinkClick r:id="rId23"/>
          </p:cNvPr>
          <p:cNvPicPr/>
          <p:nvPr/>
        </p:nvPicPr>
        <p:blipFill>
          <a:blip r:embed="rId24"/>
          <a:stretch/>
        </p:blipFill>
        <p:spPr>
          <a:xfrm>
            <a:off x="8439840" y="5544000"/>
            <a:ext cx="1149120" cy="213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2" name="Picture 13" descr="Shape&#10;&#10;Description automatically generated">
            <a:hlinkClick r:id="rId25"/>
          </p:cNvPr>
          <p:cNvPicPr/>
          <p:nvPr/>
        </p:nvPicPr>
        <p:blipFill>
          <a:blip r:embed="rId26"/>
          <a:stretch/>
        </p:blipFill>
        <p:spPr>
          <a:xfrm>
            <a:off x="11627280" y="6429240"/>
            <a:ext cx="225720" cy="225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3" name="Picture 29" descr="A picture containing clipart&#10;&#10;Description automatically generated">
            <a:hlinkClick r:id="rId27"/>
          </p:cNvPr>
          <p:cNvPicPr/>
          <p:nvPr/>
        </p:nvPicPr>
        <p:blipFill>
          <a:blip r:embed="rId28"/>
          <a:stretch/>
        </p:blipFill>
        <p:spPr>
          <a:xfrm>
            <a:off x="11257560" y="6429240"/>
            <a:ext cx="225720" cy="225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4" name="Picture 31" descr="A picture containing text, clipart&#10;&#10;Description automatically generated">
            <a:hlinkClick r:id="rId29"/>
          </p:cNvPr>
          <p:cNvPicPr/>
          <p:nvPr/>
        </p:nvPicPr>
        <p:blipFill>
          <a:blip r:embed="rId30"/>
          <a:stretch/>
        </p:blipFill>
        <p:spPr>
          <a:xfrm>
            <a:off x="9777600" y="6429240"/>
            <a:ext cx="225720" cy="225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5" name="Picture 35" descr="A picture containing text, clipart&#10;&#10;Description automatically generated">
            <a:hlinkClick r:id="rId31"/>
          </p:cNvPr>
          <p:cNvPicPr/>
          <p:nvPr/>
        </p:nvPicPr>
        <p:blipFill>
          <a:blip r:embed="rId32"/>
          <a:stretch/>
        </p:blipFill>
        <p:spPr>
          <a:xfrm>
            <a:off x="10147320" y="6429240"/>
            <a:ext cx="225720" cy="225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6" name="Picture 37" descr="A picture containing clipart&#10;&#10;Description automatically generated">
            <a:hlinkClick r:id="rId33"/>
          </p:cNvPr>
          <p:cNvPicPr/>
          <p:nvPr/>
        </p:nvPicPr>
        <p:blipFill>
          <a:blip r:embed="rId34"/>
          <a:stretch/>
        </p:blipFill>
        <p:spPr>
          <a:xfrm>
            <a:off x="10517400" y="6429240"/>
            <a:ext cx="225720" cy="225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7" name="Picture 40" descr="A picture containing text, clipart&#10;&#10;Description automatically generated"/>
          <p:cNvPicPr/>
          <p:nvPr/>
        </p:nvPicPr>
        <p:blipFill>
          <a:blip r:embed="rId35"/>
          <a:stretch/>
        </p:blipFill>
        <p:spPr>
          <a:xfrm>
            <a:off x="6960240" y="5863680"/>
            <a:ext cx="974880" cy="149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8" name="Picture 44" descr="A picture containing text, clipart&#10;&#10;Description automatically generated"/>
          <p:cNvPicPr/>
          <p:nvPr/>
        </p:nvPicPr>
        <p:blipFill>
          <a:blip r:embed="rId36"/>
          <a:stretch/>
        </p:blipFill>
        <p:spPr>
          <a:xfrm>
            <a:off x="8526960" y="5851440"/>
            <a:ext cx="974880" cy="149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19" name="Picture 46" descr="A picture containing text, clipart&#10;&#10;Description automatically generated"/>
          <p:cNvPicPr/>
          <p:nvPr/>
        </p:nvPicPr>
        <p:blipFill>
          <a:blip r:embed="rId37"/>
          <a:stretch/>
        </p:blipFill>
        <p:spPr>
          <a:xfrm>
            <a:off x="5586480" y="5851440"/>
            <a:ext cx="974880" cy="149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0" name="Picture 49" descr="A picture containing text, clipart&#10;&#10;Description automatically generated"/>
          <p:cNvPicPr/>
          <p:nvPr/>
        </p:nvPicPr>
        <p:blipFill>
          <a:blip r:embed="rId38"/>
          <a:stretch/>
        </p:blipFill>
        <p:spPr>
          <a:xfrm>
            <a:off x="4098240" y="5863680"/>
            <a:ext cx="974880" cy="149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1" name="Picture 50" descr="A picture containing text, clipart&#10;&#10;Description automatically generated"/>
          <p:cNvPicPr/>
          <p:nvPr/>
        </p:nvPicPr>
        <p:blipFill>
          <a:blip r:embed="rId39"/>
          <a:stretch/>
        </p:blipFill>
        <p:spPr>
          <a:xfrm>
            <a:off x="2580480" y="5858280"/>
            <a:ext cx="974880" cy="149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2" name="Picture 52" descr="A picture containing text, clipart&#10;&#10;Description automatically generated">
            <a:hlinkClick r:id="rId40"/>
          </p:cNvPr>
          <p:cNvPicPr/>
          <p:nvPr/>
        </p:nvPicPr>
        <p:blipFill>
          <a:blip r:embed="rId41"/>
          <a:stretch/>
        </p:blipFill>
        <p:spPr>
          <a:xfrm>
            <a:off x="10887480" y="6428520"/>
            <a:ext cx="225720" cy="2257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323" name="Straight Connector 58"/>
          <p:cNvCxnSpPr/>
          <p:nvPr/>
        </p:nvCxnSpPr>
        <p:spPr>
          <a:xfrm>
            <a:off x="2580120" y="2716200"/>
            <a:ext cx="2880" cy="522720"/>
          </a:xfrm>
          <a:prstGeom prst="straightConnector1">
            <a:avLst/>
          </a:prstGeom>
          <a:ln w="0">
            <a:solidFill>
              <a:srgbClr val="e8e8eb"/>
            </a:solidFill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6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7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8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9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0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1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2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3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4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5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</TotalTime>
  <Application>LibreOffice/25.2.4.3$Windows_X86_64 LibreOffice_project/33e196637044ead23f5c3226cde09b47731f7e27</Application>
  <AppVersion>15.0000</AppVersion>
  <Words>1843</Words>
  <Paragraphs>95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2023-01-02T08:33:00Z</dcterms:created>
  <dc:creator>Amar Chuhan</dc:creator>
  <dc:description/>
  <dc:language>en-US</dc:language>
  <cp:lastModifiedBy/>
  <dcterms:modified xsi:type="dcterms:W3CDTF">2025-07-22T12:26:18Z</dcterms:modified>
  <cp:revision>536</cp:revision>
  <dc:subject/>
  <dc:title>As Your IT Partner  We Have The Right SPEC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76030A7711084D6A9EBC293995FA41FD</vt:lpwstr>
  </property>
  <property fmtid="{D5CDD505-2E9C-101B-9397-08002B2CF9AE}" pid="3" name="KSOProductBuildVer">
    <vt:lpwstr>1033-11.2.0.11440</vt:lpwstr>
  </property>
  <property fmtid="{D5CDD505-2E9C-101B-9397-08002B2CF9AE}" pid="4" name="PresentationFormat">
    <vt:lpwstr>Widescreen</vt:lpwstr>
  </property>
  <property fmtid="{D5CDD505-2E9C-101B-9397-08002B2CF9AE}" pid="5" name="Slides">
    <vt:i4>8</vt:i4>
  </property>
</Properties>
</file>