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3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May’25 – 15th May’25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36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Widgets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queue analysis 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Gender 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Pedestrian detection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Slip&amp;fall detection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By type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in wrong direction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U turn detection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turning movement counts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Queue events for shopping cart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Queue events for forklift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Map plan </a:t>
            </a: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Explore google map demo app prepared by Dhwanil.</a:t>
            </a: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Install and configure google map dependency and solve issue.</a:t>
            </a: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Set 2x2 height/width for Map Plan widget.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07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Review date picker component.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svg issue in Average people count widget.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solve height issue of Vehicle by type chart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solve width issue of Cumulative people chart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reusable component to edit widget name.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Use editable widgetname component in all widgets and test the funcnality.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Save widgetname  dashboard preference and show editable name in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resolve issue in all widgets.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Done code review and test funcnality of Bhavika and Rashmi widgets, and share feedback.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Download and configure setup images for all widgets.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May’25 – 15th May’25</vt:lpstr>
      <vt:lpstr>Meeting Participants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520</cp:revision>
  <dcterms:created xsi:type="dcterms:W3CDTF">2023-01-02T08:33:00Z</dcterms:created>
  <dcterms:modified xsi:type="dcterms:W3CDTF">2025-05-20T11:27:03Z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1033-12.2.0.21179</vt:lpwstr>
  </property>
</Properties>
</file>