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5140242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Gamdha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41541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development of the Average People and Vehicle Counting API for the chart.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Retrieved ten-minute interval data for each hour, tracking people in and out.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implementing the People IN/OUT widget based on the Figma design.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Developed the People IN/OUT 1x1 widget as per the Figma design.</a:t>
            </a: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layout options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(2x1 Option 2, and 2x1 Option 3)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 for people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and integrated them with dynamic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Added "All Cameras" and "Minute" dropdowns to the People IN/OUT 1x1 widget.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Started working on the Vehicle IN/OUT widget.</a:t>
            </a: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Created layout options: 1x1, 2x1 Option 2, and 2x1 Option 3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 for vehicle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 and linked them with dynamic data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.</a:t>
            </a: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(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1x1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</a:rPr>
              <a:t> ,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 2x1 Option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1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, and 2x1 Option </a:t>
            </a:r>
            <a:r>
              <a:rPr lang="en-US"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2)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widget for Cumulative People Count.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May 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414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May’25 – 15th May’25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570</cp:revision>
  <dcterms:created xsi:type="dcterms:W3CDTF">2023-01-02T08:33:00Z</dcterms:created>
  <dcterms:modified xsi:type="dcterms:W3CDTF">2025-05-20T11:29:19Z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1033-11.2.0.11440</vt:lpwstr>
  </property>
</Properties>
</file>