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85" r:id="rId4"/>
    <p:sldId id="286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altLang="en-IN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15th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May’25 – </a:t>
            </a:r>
            <a:r>
              <a:rPr lang="en-US" altLang="en-IN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30</a:t>
            </a:r>
            <a:r>
              <a:rPr lang="en-US" altLang="en-IN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May’25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35927" y="2920993"/>
            <a:ext cx="1941085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 err="1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713" y="1018937"/>
            <a:ext cx="11407266" cy="526224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Started working on the </a:t>
            </a:r>
            <a:r>
              <a:rPr lang="en-US" altLang="en-US" sz="1600" b="1" spc="-1" dirty="0">
                <a:solidFill>
                  <a:srgbClr val="000000"/>
                </a:solidFill>
                <a:latin typeface="Calibri" panose="020F0502020204030204"/>
              </a:rPr>
              <a:t>Export to CSV</a:t>
            </a: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 functionality for the widget API.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Implemented the CSV file download feature and verified the file format.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Began development to retrieve CSV data based on a provided "Minutes" value.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Started working on to add,Update,Delete  and retrieve API for Monitoring.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Changes on the CSV download feature by adding "Exported By" and "Exported On" details to each downloaded file.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Started working on the Report API.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Created APIs for GetAllReport, AddUpdateReport, and DeleteReportById.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Attempted to fetch data from another origin using the API.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Created API for generate the site and zone report.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Started adding permission to each controller.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br>
              <a:rPr sz="1600" spc="-1" dirty="0">
                <a:solidFill>
                  <a:srgbClr val="000000"/>
                </a:solidFill>
                <a:latin typeface="Calibri" panose="020F0502020204030204"/>
              </a:rPr>
            </a:b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0" strike="noStrike" spc="-1" dirty="0">
                <a:solidFill>
                  <a:srgbClr val="000000"/>
                </a:solidFill>
                <a:ea typeface="Roboto"/>
              </a:rPr>
              <a:t>Not have any point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strike="noStrike" spc="-1" dirty="0">
                <a:solidFill>
                  <a:srgbClr val="000000"/>
                </a:solidFill>
                <a:latin typeface="Calibri" panose="020F0502020204030204"/>
                <a:ea typeface="DejaVu Sans" panose="020B0603030804020204"/>
              </a:rPr>
              <a:t>I will improve communication and properly understand the client's requirements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 yet.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67432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There have been no achievements recorded in the second weeks of May 2025.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1925</Words>
  <Application>WPS Presentation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Roboto</vt:lpstr>
      <vt:lpstr>Times New Roman</vt:lpstr>
      <vt:lpstr>Roboto Medium</vt:lpstr>
      <vt:lpstr>Calibri</vt:lpstr>
      <vt:lpstr>Roboto</vt:lpstr>
      <vt:lpstr>DejaVu Sans</vt:lpstr>
      <vt:lpstr>Wingdings</vt:lpstr>
      <vt:lpstr>Microsoft YaHei</vt:lpstr>
      <vt:lpstr>Arial Unicode MS</vt:lpstr>
      <vt:lpstr>Calibri Light</vt:lpstr>
      <vt:lpstr>Verdana</vt:lpstr>
      <vt:lpstr>Calibri</vt:lpstr>
      <vt:lpstr>Office Theme 2013 - 2022</vt:lpstr>
      <vt:lpstr>Hanwha Vision  01st May’25 – 15th May’25</vt:lpstr>
      <vt:lpstr>Meeting Participants</vt:lpstr>
      <vt:lpstr>Adnan Mansuri - Highlights of the work done in two weeks</vt:lpstr>
      <vt:lpstr>Adnan Mansuri - Roadblocks / issues if any </vt:lpstr>
      <vt:lpstr>Adnan Mansuri - Improvement Points Identified</vt:lpstr>
      <vt:lpstr>Adnan Mansuri - Any New Problem Statement Seen / Identified * If any</vt:lpstr>
      <vt:lpstr>Adnan Mansuri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adnan.mansuri</cp:lastModifiedBy>
  <cp:revision>587</cp:revision>
  <dcterms:created xsi:type="dcterms:W3CDTF">2023-01-02T08:33:00Z</dcterms:created>
  <dcterms:modified xsi:type="dcterms:W3CDTF">2025-06-03T09:53:00Z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ECA011DF5F114053B7E814CFE745E271</vt:lpwstr>
  </property>
  <property fmtid="{D5CDD505-2E9C-101B-9397-08002B2CF9AE}" pid="3" name="KSOProductBuildVer">
    <vt:lpwstr>1033-12.2.0.21179</vt:lpwstr>
  </property>
</Properties>
</file>