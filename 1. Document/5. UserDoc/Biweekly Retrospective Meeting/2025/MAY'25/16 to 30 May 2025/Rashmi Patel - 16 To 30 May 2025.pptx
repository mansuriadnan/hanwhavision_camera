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  <p:sldMasterId id="2147483688" r:id="rId19"/>
    <p:sldMasterId id="2147483690" r:id="rId20"/>
    <p:sldMasterId id="2147483692" r:id="rId21"/>
    <p:sldMasterId id="2147483694" r:id="rId22"/>
    <p:sldMasterId id="2147483696" r:id="rId23"/>
    <p:sldMasterId id="2147483698" r:id="rId24"/>
  </p:sld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0C15DD-4B95-482A-83C2-04AB401607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93993C-AE79-4316-87BC-8714D66A85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AE7B3F-7B71-40CE-A60C-73D717310E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FA04E6-7DAC-4909-A86B-00BD1D1451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CCDBC3-A858-491B-8680-03404E0615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5D61D6-6EBE-414C-A4E5-FFE74080BB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6D70F5-965D-4538-9611-EE6861DF58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C742AC4-D84C-4AD7-82D9-CCA83ABEBF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F6B897-782B-4EA2-BE70-B70174AD68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569AA8D-45C1-4D2B-90C3-FBB1EC71D8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EBD450E-8D34-4459-A049-388035B11A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5C92298-653E-42FD-B698-42D521309A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D59B962-6826-4388-B309-E3910358BC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55481B4-E0BA-495B-A090-DE6143B2BB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09E0FEC-A059-4C87-A2C1-5DEAA08FFE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A93D2A2-7DFB-4D34-9AA1-E2574BC0EF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70ABAC9-1235-474D-BD57-DA1D532C75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7969FFA-2726-4DF7-8580-D8044E3412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1CD4635-1982-4A69-9129-8E3AF9C9A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876150C-38BA-4428-B53A-E4240D6C74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ADE0714C-AF95-48D3-AB8C-AD1B24779F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95863FBF-8F28-4FE4-BB5F-F1E905FC02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CCD47EE-CFA1-4EBB-8A0D-11B1D7E225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5A81A99B-E50D-413E-AE6A-5ADDA37F39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82F94DFE-1BC0-432D-8590-C809E4A97E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BD88A946-B5D7-4AC2-8985-A74386FD5E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E8820C62-BFC9-41E3-A722-67FC262B23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75F489BE-C755-4E88-9EDC-AAE8F1E2BA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2D9DF842-CE77-4DC9-B068-F512CEF97A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0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1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BD365C1-A06E-485F-8214-3DDFC7591A22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C8EC4AA-A6DA-4A3D-8490-22034A0B7B66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0B0FE8D-832C-485E-BE16-5EFF4E9F5895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F2F81D3-1A40-42F9-A1CE-F3DD3E176F0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AFD3E8C-EFDA-4630-AD07-E42262C2FEDE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7434FC8-6EF4-483E-BAFC-639995F832B0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D0CBB95-F885-481F-9B7C-94998005B0AB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C27EB1-16BC-4D34-84AF-945C61C6594E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0E9760-4B0E-480E-BEA5-A6AD4F963C1B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DEF5F08-F74F-472F-9613-25BE8ABE487B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5A2F5DC-E8F8-4105-B74D-6ADC93C23487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1CB467D-36EE-4BB3-B336-59335F82F63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FE78E7-F12A-40D7-9948-181FF3C68CF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1E89AC2-2625-4B9F-8A8F-586D9C22305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AAB7113-248F-4A6B-A4E3-E9AC2B40AFF2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79C7D41-86A2-4711-8CD6-E0429A6E6D7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B412FDE-7FDE-402F-85C2-2806F22B33CF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87AE85D-BD01-4881-9B1A-73B0C7B46108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D61C489-FD47-4AB1-BAAA-0633AA414A0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7B9A8FF-03C6-4050-B081-78F65F0D6A35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F66E728-3250-42DE-9E74-A9ECC63E567B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95FC053-D90A-4F03-AA28-5FBF9A01EAD4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E82401-FEE5-4D6D-BDC3-824E3E0EF92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9" descr=""/>
          <p:cNvPicPr/>
          <p:nvPr/>
        </p:nvPicPr>
        <p:blipFill>
          <a:blip r:embed="rId1"/>
          <a:stretch/>
        </p:blipFill>
        <p:spPr>
          <a:xfrm>
            <a:off x="178200" y="-228600"/>
            <a:ext cx="6678360" cy="622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0320" cy="17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90320" cy="48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6000" cy="96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15th – 30th May’25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19" name="Straight Connector 6"/>
          <p:cNvCxnSpPr/>
          <p:nvPr/>
        </p:nvCxnSpPr>
        <p:spPr>
          <a:xfrm>
            <a:off x="364320" y="2859480"/>
            <a:ext cx="4955040" cy="180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120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70080" cy="10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6240" cy="53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itle 1"/>
          <p:cNvSpPr/>
          <p:nvPr/>
        </p:nvSpPr>
        <p:spPr>
          <a:xfrm>
            <a:off x="3657600" y="2921040"/>
            <a:ext cx="22860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90000"/>
              </a:lnSpc>
            </a:pPr>
            <a:r>
              <a:rPr b="1" lang="en-US" sz="2000" spc="6" strike="noStrike" u="none">
                <a:solidFill>
                  <a:srgbClr val="7030a0"/>
                </a:solidFill>
                <a:uFillTx/>
                <a:latin typeface="Roboto"/>
                <a:ea typeface="Roboto"/>
              </a:rPr>
              <a:t>Rashmi Patel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684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25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26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8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448560" y="1270800"/>
            <a:ext cx="821232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Jayendra Makvana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Hasti Kaneriya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Bhavika Gamdha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316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33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34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6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448560" y="1015920"/>
            <a:ext cx="11405520" cy="53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Calibri"/>
              </a:rPr>
              <a:t>Front end development of Hanwha Application: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Arial"/>
              </a:rPr>
              <a:t>Client App: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Floor plan widget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Check the M JPEG working URL of installed camera in spec house and give it to bhavika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Made Changes in setting page to save google map api key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Add and display monitoring dashboard  in sidebar.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Monitoring screen with add/edit and delete Monitoring Group and GroupItem as per figma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Remove the filter option from the grid for particular column in manage device screen 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Changes in license setting design as per changed figma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Notification component on scroll fetch more data using dummy API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Deploy the changed code  by Adnan for Cross origin issue on IIS server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Changes in  Manage device screen : display device and AI box  image as per status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Forklift Speed detection widget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Shopping cart Counting widget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Adding  the confirmation box on delete particular widget.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316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41" name="Straight Connector 1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42" name="TextBox 1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44" name="Picture 1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Subtitle 1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48560" y="1015920"/>
            <a:ext cx="1140552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Open widget in full screen mode for all widget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Test the screens shared by parthbhai which are designed by Dhaval and deploy the latest code on IIS server 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Helped Dhaval for design the Application as per figma if he face any issue.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632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Roadblocks / issues if any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49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50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52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448560" y="1236600"/>
            <a:ext cx="114055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</a:rPr>
              <a:t>Not have any point.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684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Improvement Points Identified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57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58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60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448560" y="1235880"/>
            <a:ext cx="1140552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Need to Improve communication skill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b="0" lang="en-US" sz="1400" strike="noStrike" u="none">
                <a:solidFill>
                  <a:srgbClr val="ff0000"/>
                </a:solidFill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316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Any New Problem Statement Seen / Identified * If any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65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66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68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448560" y="1264680"/>
            <a:ext cx="110671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  <a:ea typeface="Roboto"/>
              </a:rPr>
              <a:t>There is no any problem statement identified yet.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4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3060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Achievements/Extra mile of the week * if any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73" name="Straight Connector 8"/>
          <p:cNvCxnSpPr/>
          <p:nvPr/>
        </p:nvCxnSpPr>
        <p:spPr>
          <a:xfrm>
            <a:off x="335880" y="6222960"/>
            <a:ext cx="11521800" cy="18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74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Rectangle 7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76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Subtitle 2"/>
          <p:cNvSpPr/>
          <p:nvPr/>
        </p:nvSpPr>
        <p:spPr>
          <a:xfrm>
            <a:off x="4835880" y="6443640"/>
            <a:ext cx="25182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448560" y="1198800"/>
            <a:ext cx="96724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There have been no achievements recorded in the last two weeks.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360" cy="622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0320" cy="177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1800" cy="102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6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1800" cy="6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83" name="Straight Connector 6"/>
          <p:cNvCxnSpPr/>
          <p:nvPr/>
        </p:nvCxnSpPr>
        <p:spPr>
          <a:xfrm>
            <a:off x="524880" y="1622160"/>
            <a:ext cx="4322160" cy="180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184" name="Straight Connector 5"/>
          <p:cNvCxnSpPr/>
          <p:nvPr/>
        </p:nvCxnSpPr>
        <p:spPr>
          <a:xfrm>
            <a:off x="335880" y="6301080"/>
            <a:ext cx="11521800" cy="180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185" name="TextBox 9"/>
          <p:cNvSpPr/>
          <p:nvPr/>
        </p:nvSpPr>
        <p:spPr>
          <a:xfrm>
            <a:off x="147960" y="6384600"/>
            <a:ext cx="3859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95000"/>
                  </a:schemeClr>
                </a:solidFill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6" name="Subtitle 2"/>
          <p:cNvSpPr/>
          <p:nvPr/>
        </p:nvSpPr>
        <p:spPr>
          <a:xfrm>
            <a:off x="457560" y="2609640"/>
            <a:ext cx="23392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6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7" name="Subtitle 2"/>
          <p:cNvSpPr/>
          <p:nvPr/>
        </p:nvSpPr>
        <p:spPr>
          <a:xfrm>
            <a:off x="2798640" y="2609640"/>
            <a:ext cx="23392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8" name="Subtitle 2"/>
          <p:cNvSpPr/>
          <p:nvPr/>
        </p:nvSpPr>
        <p:spPr>
          <a:xfrm>
            <a:off x="7244280" y="796680"/>
            <a:ext cx="36982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9" name="Subtitle 2"/>
          <p:cNvSpPr/>
          <p:nvPr/>
        </p:nvSpPr>
        <p:spPr>
          <a:xfrm>
            <a:off x="7581240" y="129204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6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0" name="Subtitle 2"/>
          <p:cNvSpPr/>
          <p:nvPr/>
        </p:nvSpPr>
        <p:spPr>
          <a:xfrm>
            <a:off x="7581240" y="168768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Subtitle 2"/>
          <p:cNvSpPr/>
          <p:nvPr/>
        </p:nvSpPr>
        <p:spPr>
          <a:xfrm>
            <a:off x="7581240" y="2083320"/>
            <a:ext cx="3698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92" name="Straight Connector 12"/>
          <p:cNvCxnSpPr/>
          <p:nvPr/>
        </p:nvCxnSpPr>
        <p:spPr>
          <a:xfrm>
            <a:off x="7326720" y="1179720"/>
            <a:ext cx="3070080" cy="180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93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Subtitle 2"/>
          <p:cNvSpPr/>
          <p:nvPr/>
        </p:nvSpPr>
        <p:spPr>
          <a:xfrm>
            <a:off x="7244280" y="2842200"/>
            <a:ext cx="36982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7" name="Subtitle 2"/>
          <p:cNvSpPr/>
          <p:nvPr/>
        </p:nvSpPr>
        <p:spPr>
          <a:xfrm>
            <a:off x="7581240" y="333756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8" name="Subtitle 2"/>
          <p:cNvSpPr/>
          <p:nvPr/>
        </p:nvSpPr>
        <p:spPr>
          <a:xfrm>
            <a:off x="7581240" y="3733200"/>
            <a:ext cx="3698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9" name="Subtitle 2"/>
          <p:cNvSpPr/>
          <p:nvPr/>
        </p:nvSpPr>
        <p:spPr>
          <a:xfrm>
            <a:off x="7581240" y="4128480"/>
            <a:ext cx="3698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00" name="Straight Connector 24"/>
          <p:cNvCxnSpPr/>
          <p:nvPr/>
        </p:nvCxnSpPr>
        <p:spPr>
          <a:xfrm>
            <a:off x="7326720" y="3224880"/>
            <a:ext cx="3070080" cy="180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01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8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10200" cy="2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464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124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50200" cy="2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5960" cy="15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20" name="Straight Connector 58"/>
          <p:cNvCxnSpPr/>
          <p:nvPr/>
        </p:nvCxnSpPr>
        <p:spPr>
          <a:xfrm>
            <a:off x="2580120" y="2716200"/>
            <a:ext cx="1800" cy="52164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LibreOffice/24.8.6.2$Windows_X86_64 LibreOffice_project/6d98ba145e9a8a39fc57bcc76981d1fb1316c60c</Application>
  <AppVersion>15.0000</AppVersion>
  <Words>1843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2025-06-03T11:38:50Z</dcterms:modified>
  <cp:revision>521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