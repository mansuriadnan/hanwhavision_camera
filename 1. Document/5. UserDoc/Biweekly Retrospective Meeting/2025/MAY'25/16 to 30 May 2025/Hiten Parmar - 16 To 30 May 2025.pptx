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wmf" ContentType="image/x-wmf"/>
  <Override PartName="/ppt/media/image2.wmf" ContentType="image/x-wmf"/>
  <Override PartName="/ppt/media/image14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wmf" ContentType="image/x-wmf"/>
  <Override PartName="/ppt/media/image10.wmf" ContentType="image/x-wmf"/>
  <Override PartName="/ppt/media/image11.wmf" ContentType="image/x-wmf"/>
  <Override PartName="/ppt/media/image12.wmf" ContentType="image/x-wmf"/>
  <Override PartName="/ppt/media/image13.wmf" ContentType="image/x-wmf"/>
  <Override PartName="/ppt/media/image15.wmf" ContentType="image/x-wmf"/>
  <Override PartName="/ppt/media/image16.wmf" ContentType="image/x-wmf"/>
  <Override PartName="/ppt/media/image17.wmf" ContentType="image/x-wmf"/>
  <Override PartName="/ppt/media/image18.wmf" ContentType="image/x-wmf"/>
  <Override PartName="/ppt/media/image19.wmf" ContentType="image/x-wmf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image" Target="../media/image5.wmf"/><Relationship Id="rId6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image" Target="../media/image13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14.wmf"/><Relationship Id="rId9" Type="http://schemas.openxmlformats.org/officeDocument/2006/relationships/image" Target="../media/image15.wmf"/><Relationship Id="rId10" Type="http://schemas.openxmlformats.org/officeDocument/2006/relationships/image" Target="../media/image16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17.wmf"/><Relationship Id="rId13" Type="http://schemas.openxmlformats.org/officeDocument/2006/relationships/image" Target="../media/image18.wmf"/><Relationship Id="rId14" Type="http://schemas.openxmlformats.org/officeDocument/2006/relationships/image" Target="../media/image19.wmf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7280" cy="622008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240" cy="177516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9240" cy="4823280"/>
          </a:xfrm>
          <a:prstGeom prst="rect">
            <a:avLst/>
          </a:prstGeom>
          <a:ln w="0">
            <a:noFill/>
          </a:ln>
        </p:spPr>
      </p:pic>
      <p:sp>
        <p:nvSpPr>
          <p:cNvPr id="117" name="CustomShape 1"/>
          <p:cNvSpPr/>
          <p:nvPr/>
        </p:nvSpPr>
        <p:spPr>
          <a:xfrm>
            <a:off x="364680" y="1778040"/>
            <a:ext cx="4804920" cy="96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1" lang="en-US" sz="3000" spc="-1" strike="noStrike">
                <a:solidFill>
                  <a:srgbClr val="262626"/>
                </a:solidFill>
                <a:latin typeface="Roboto"/>
                <a:ea typeface="Roboto"/>
              </a:rPr>
              <a:t>Hanwha Vision </a:t>
            </a:r>
            <a:br/>
            <a:r>
              <a:rPr b="1" lang="en-US" sz="3000" spc="-1" strike="noStrike">
                <a:solidFill>
                  <a:srgbClr val="262626"/>
                </a:solidFill>
                <a:latin typeface="Roboto"/>
                <a:ea typeface="Roboto"/>
              </a:rPr>
              <a:t>15th May’25 – 30th May’25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18" name="Line 2"/>
          <p:cNvSpPr/>
          <p:nvPr/>
        </p:nvSpPr>
        <p:spPr>
          <a:xfrm>
            <a:off x="364320" y="2859480"/>
            <a:ext cx="4953240" cy="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19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9000" cy="101304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4" descr=""/>
          <p:cNvPicPr/>
          <p:nvPr/>
        </p:nvPicPr>
        <p:blipFill>
          <a:blip r:embed="rId5"/>
          <a:stretch/>
        </p:blipFill>
        <p:spPr>
          <a:xfrm>
            <a:off x="524880" y="611280"/>
            <a:ext cx="1775160" cy="530640"/>
          </a:xfrm>
          <a:prstGeom prst="rect">
            <a:avLst/>
          </a:prstGeom>
          <a:ln w="0">
            <a:noFill/>
          </a:ln>
        </p:spPr>
      </p:pic>
      <p:sp>
        <p:nvSpPr>
          <p:cNvPr id="121" name="CustomShape 3"/>
          <p:cNvSpPr/>
          <p:nvPr/>
        </p:nvSpPr>
        <p:spPr>
          <a:xfrm>
            <a:off x="3657600" y="2921040"/>
            <a:ext cx="1716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1" lang="en-US" sz="2000" spc="-1" strike="noStrike">
                <a:solidFill>
                  <a:srgbClr val="7030a0"/>
                </a:solidFill>
                <a:latin typeface="Roboto"/>
                <a:ea typeface="Roboto"/>
              </a:rPr>
              <a:t>Hiten Parmar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CustomShape 2"/>
          <p:cNvSpPr/>
          <p:nvPr/>
        </p:nvSpPr>
        <p:spPr>
          <a:xfrm>
            <a:off x="507960" y="126000"/>
            <a:ext cx="74757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Meeting Participants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4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ln w="0">
            <a:noFill/>
          </a:ln>
        </p:spPr>
      </p:pic>
      <p:sp>
        <p:nvSpPr>
          <p:cNvPr id="128" name="CustomShape 6"/>
          <p:cNvSpPr/>
          <p:nvPr/>
        </p:nvSpPr>
        <p:spPr>
          <a:xfrm>
            <a:off x="4835880" y="6443640"/>
            <a:ext cx="251712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448560" y="1270800"/>
            <a:ext cx="821124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020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Parth Jotangiya</a:t>
            </a:r>
            <a:endParaRPr b="0" lang="en-IN" sz="1800" spc="-1" strike="noStrike">
              <a:latin typeface="Arial"/>
            </a:endParaRPr>
          </a:p>
          <a:p>
            <a:pPr marL="343080" indent="-34020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Jayendra Makvana </a:t>
            </a:r>
            <a:endParaRPr b="0" lang="en-IN" sz="1800" spc="-1" strike="noStrike">
              <a:latin typeface="Arial"/>
            </a:endParaRPr>
          </a:p>
          <a:p>
            <a:pPr marL="343080" indent="-34020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Adnan Mansuri</a:t>
            </a:r>
            <a:endParaRPr b="0" lang="en-IN" sz="1800" spc="-1" strike="noStrike">
              <a:latin typeface="Arial"/>
            </a:endParaRPr>
          </a:p>
          <a:p>
            <a:pPr marL="343080" indent="-34020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Hiten Parmar</a:t>
            </a:r>
            <a:endParaRPr b="0" lang="en-IN" sz="1800" spc="-1" strike="noStrike">
              <a:latin typeface="Arial"/>
            </a:endParaRPr>
          </a:p>
          <a:p>
            <a:pPr marL="343080" indent="-34020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Rashmi Patel</a:t>
            </a:r>
            <a:endParaRPr b="0" lang="en-IN" sz="1800" spc="-1" strike="noStrike">
              <a:latin typeface="Arial"/>
            </a:endParaRPr>
          </a:p>
          <a:p>
            <a:pPr marL="343080" indent="-34020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Hasti Kaneriya</a:t>
            </a:r>
            <a:endParaRPr b="0" lang="en-IN" sz="1800" spc="-1" strike="noStrike">
              <a:latin typeface="Arial"/>
            </a:endParaRPr>
          </a:p>
          <a:p>
            <a:pPr marL="343080" indent="-34020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Bhavika Gamdha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CustomShape 2"/>
          <p:cNvSpPr/>
          <p:nvPr/>
        </p:nvSpPr>
        <p:spPr>
          <a:xfrm>
            <a:off x="507960" y="126000"/>
            <a:ext cx="111520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Highlights of the work done in two weeks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2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ln w="0">
            <a:noFill/>
          </a:ln>
        </p:spPr>
      </p:pic>
      <p:sp>
        <p:nvSpPr>
          <p:cNvPr id="136" name="CustomShape 6"/>
          <p:cNvSpPr/>
          <p:nvPr/>
        </p:nvSpPr>
        <p:spPr>
          <a:xfrm>
            <a:off x="4835880" y="6443640"/>
            <a:ext cx="251712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448560" y="1051920"/>
            <a:ext cx="9991440" cy="40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96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Back end development of Client Application:</a:t>
            </a:r>
            <a:endParaRPr b="0" lang="en-IN" sz="1400" spc="-1" strike="noStrike">
              <a:latin typeface="Arial"/>
            </a:endParaRPr>
          </a:p>
          <a:p>
            <a:pPr marL="285840" indent="-28296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Develop apis for 1*1 &amp; 2*1 widgets</a:t>
            </a:r>
            <a:endParaRPr b="0" lang="en-IN" sz="14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Vehicle Heatmap</a:t>
            </a:r>
            <a:endParaRPr b="0" lang="en-IN" sz="14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People Heatmap</a:t>
            </a:r>
            <a:endParaRPr b="0" lang="en-IN" sz="14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ShoppingCart Heatmap</a:t>
            </a:r>
            <a:endParaRPr b="0" lang="en-IN" sz="14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Forklift Heatmap</a:t>
            </a:r>
            <a:endParaRPr b="0" lang="en-IN" sz="14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Floor Plan Widget</a:t>
            </a:r>
            <a:endParaRPr b="0" lang="en-IN" sz="14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Map plan Widget</a:t>
            </a:r>
            <a:endParaRPr b="0" lang="en-IN" sz="1400" spc="-1" strike="noStrike">
              <a:latin typeface="Arial"/>
            </a:endParaRPr>
          </a:p>
          <a:p>
            <a:pPr marL="285840" indent="-28296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Manage Default floor in application and done necessary changes in all widget </a:t>
            </a:r>
            <a:endParaRPr b="0" lang="en-IN" sz="1400" spc="-1" strike="noStrike">
              <a:latin typeface="Arial"/>
            </a:endParaRPr>
          </a:p>
          <a:p>
            <a:pPr marL="285840" indent="-28296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Created background service to manage data according to operational timing .</a:t>
            </a:r>
            <a:endParaRPr b="0" lang="en-IN" sz="1400" spc="-1" strike="noStrike">
              <a:latin typeface="Arial"/>
            </a:endParaRPr>
          </a:p>
          <a:p>
            <a:pPr marL="285840" indent="-28296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Created background service to reset all device data according to operational timing.</a:t>
            </a:r>
            <a:endParaRPr b="0" lang="en-IN" sz="1400" spc="-1" strike="noStrike">
              <a:latin typeface="Arial"/>
            </a:endParaRPr>
          </a:p>
          <a:p>
            <a:pPr marL="285840" indent="-28296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Manage default zone if user update the device.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2"/>
          <p:cNvSpPr/>
          <p:nvPr/>
        </p:nvSpPr>
        <p:spPr>
          <a:xfrm>
            <a:off x="507960" y="126000"/>
            <a:ext cx="1114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Roadblocks / issues if any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0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ln w="0">
            <a:noFill/>
          </a:ln>
        </p:spPr>
      </p:pic>
      <p:sp>
        <p:nvSpPr>
          <p:cNvPr id="144" name="CustomShape 6"/>
          <p:cNvSpPr/>
          <p:nvPr/>
        </p:nvSpPr>
        <p:spPr>
          <a:xfrm>
            <a:off x="4835880" y="6443640"/>
            <a:ext cx="251712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448560" y="1236600"/>
            <a:ext cx="114044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96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Roboto"/>
              </a:rPr>
              <a:t>Not have any point.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CustomShape 2"/>
          <p:cNvSpPr/>
          <p:nvPr/>
        </p:nvSpPr>
        <p:spPr>
          <a:xfrm>
            <a:off x="507960" y="126000"/>
            <a:ext cx="74757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Improvement Points Identified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8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ln w="0">
            <a:noFill/>
          </a:ln>
        </p:spPr>
      </p:pic>
      <p:sp>
        <p:nvSpPr>
          <p:cNvPr id="152" name="CustomShape 6"/>
          <p:cNvSpPr/>
          <p:nvPr/>
        </p:nvSpPr>
        <p:spPr>
          <a:xfrm>
            <a:off x="4835880" y="6443640"/>
            <a:ext cx="251712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448560" y="1235880"/>
            <a:ext cx="114044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96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Need to Improve communication skill.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ustomShape 2"/>
          <p:cNvSpPr/>
          <p:nvPr/>
        </p:nvSpPr>
        <p:spPr>
          <a:xfrm>
            <a:off x="507960" y="126000"/>
            <a:ext cx="111520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Any New Problem Statement Seen / Identified * If any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5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ln w="0"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4835880" y="6443640"/>
            <a:ext cx="251712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448560" y="1264680"/>
            <a:ext cx="110660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96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Roboto"/>
              </a:rPr>
              <a:t>There is no any problem statement identified yet.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CustomShape 2"/>
          <p:cNvSpPr/>
          <p:nvPr/>
        </p:nvSpPr>
        <p:spPr>
          <a:xfrm>
            <a:off x="507960" y="126000"/>
            <a:ext cx="108295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Achievements/Extra mile of the week * if any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4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6" name="CustomShape 5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ln w="0">
            <a:noFill/>
          </a:ln>
        </p:spPr>
      </p:pic>
      <p:sp>
        <p:nvSpPr>
          <p:cNvPr id="168" name="CustomShape 6"/>
          <p:cNvSpPr/>
          <p:nvPr/>
        </p:nvSpPr>
        <p:spPr>
          <a:xfrm>
            <a:off x="4835880" y="6443640"/>
            <a:ext cx="251712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9" name="CustomShape 7"/>
          <p:cNvSpPr/>
          <p:nvPr/>
        </p:nvSpPr>
        <p:spPr>
          <a:xfrm>
            <a:off x="448560" y="1198800"/>
            <a:ext cx="96714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96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There have been no achievements recorded in the last two weeks of May 2025.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7280" cy="622008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240" cy="1775160"/>
          </a:xfrm>
          <a:prstGeom prst="rect">
            <a:avLst/>
          </a:prstGeom>
          <a:ln w="0">
            <a:noFill/>
          </a:ln>
        </p:spPr>
      </p:pic>
      <p:sp>
        <p:nvSpPr>
          <p:cNvPr id="172" name="CustomShape 1"/>
          <p:cNvSpPr/>
          <p:nvPr/>
        </p:nvSpPr>
        <p:spPr>
          <a:xfrm>
            <a:off x="457560" y="462960"/>
            <a:ext cx="5220720" cy="10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20000"/>
              </a:lnSpc>
            </a:pPr>
            <a:r>
              <a:rPr b="1" lang="en-US" sz="3000" spc="-1" strike="noStrike">
                <a:solidFill>
                  <a:srgbClr val="65bb35"/>
                </a:solidFill>
                <a:latin typeface="Roboto"/>
                <a:ea typeface="Roboto"/>
              </a:rPr>
              <a:t>Thank You For </a:t>
            </a:r>
            <a:br/>
            <a:r>
              <a:rPr b="1" lang="en-US" sz="3000" spc="-1" strike="noStrike">
                <a:solidFill>
                  <a:srgbClr val="65bb35"/>
                </a:solidFill>
                <a:latin typeface="Roboto"/>
                <a:ea typeface="Roboto"/>
              </a:rPr>
              <a:t>Your Time &amp; Attention!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457560" y="1756080"/>
            <a:ext cx="522072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52000"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4" name="Line 3"/>
          <p:cNvSpPr/>
          <p:nvPr/>
        </p:nvSpPr>
        <p:spPr>
          <a:xfrm>
            <a:off x="524880" y="1622160"/>
            <a:ext cx="4320360" cy="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Line 4"/>
          <p:cNvSpPr/>
          <p:nvPr/>
        </p:nvSpPr>
        <p:spPr>
          <a:xfrm>
            <a:off x="335880" y="630108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161640" y="6384600"/>
            <a:ext cx="3830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2f2f2"/>
                </a:solidFill>
                <a:latin typeface="Roboto"/>
                <a:ea typeface="Roboto"/>
              </a:rPr>
              <a:t>© 2023 SPEC INDIA. All Rights Reserved.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7" name="CustomShape 6"/>
          <p:cNvSpPr/>
          <p:nvPr/>
        </p:nvSpPr>
        <p:spPr>
          <a:xfrm>
            <a:off x="457560" y="2609640"/>
            <a:ext cx="233820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34c"/>
                </a:solidFill>
                <a:latin typeface="Roboto"/>
                <a:ea typeface="Roboto"/>
              </a:rPr>
              <a:t>Visit us at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8" name="CustomShape 7"/>
          <p:cNvSpPr/>
          <p:nvPr/>
        </p:nvSpPr>
        <p:spPr>
          <a:xfrm>
            <a:off x="2798640" y="2609640"/>
            <a:ext cx="233820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34c"/>
                </a:solidFill>
                <a:latin typeface="Roboto"/>
                <a:ea typeface="Roboto"/>
              </a:rPr>
              <a:t>Write to us at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9" name="CustomShape 8"/>
          <p:cNvSpPr/>
          <p:nvPr/>
        </p:nvSpPr>
        <p:spPr>
          <a:xfrm>
            <a:off x="7244280" y="796680"/>
            <a:ext cx="36972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34c"/>
                </a:solidFill>
                <a:latin typeface="Roboto"/>
                <a:ea typeface="Roboto"/>
              </a:rPr>
              <a:t>India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CustomShape 9"/>
          <p:cNvSpPr/>
          <p:nvPr/>
        </p:nvSpPr>
        <p:spPr>
          <a:xfrm>
            <a:off x="7581240" y="1292040"/>
            <a:ext cx="3697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7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1" name="CustomShape 10"/>
          <p:cNvSpPr/>
          <p:nvPr/>
        </p:nvSpPr>
        <p:spPr>
          <a:xfrm>
            <a:off x="7581240" y="1687680"/>
            <a:ext cx="3697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+91-79-26404031 to 34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2" name="CustomShape 11"/>
          <p:cNvSpPr/>
          <p:nvPr/>
        </p:nvSpPr>
        <p:spPr>
          <a:xfrm>
            <a:off x="7581240" y="2083320"/>
            <a:ext cx="369720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SPEC House”, Parth Complex,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Near Swastik Cross Roads, Navarangpura, Ahmedabad 380009, INDIA.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3" name="Line 12"/>
          <p:cNvSpPr/>
          <p:nvPr/>
        </p:nvSpPr>
        <p:spPr>
          <a:xfrm>
            <a:off x="7326720" y="1179720"/>
            <a:ext cx="3068280" cy="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84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186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5720" cy="225720"/>
          </a:xfrm>
          <a:prstGeom prst="rect">
            <a:avLst/>
          </a:prstGeom>
          <a:ln w="0">
            <a:noFill/>
          </a:ln>
        </p:spPr>
      </p:pic>
      <p:sp>
        <p:nvSpPr>
          <p:cNvPr id="187" name="CustomShape 13"/>
          <p:cNvSpPr/>
          <p:nvPr/>
        </p:nvSpPr>
        <p:spPr>
          <a:xfrm>
            <a:off x="7244280" y="2842200"/>
            <a:ext cx="36972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34c"/>
                </a:solidFill>
                <a:latin typeface="Roboto"/>
                <a:ea typeface="Roboto"/>
              </a:rPr>
              <a:t>USA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8" name="CustomShape 14"/>
          <p:cNvSpPr/>
          <p:nvPr/>
        </p:nvSpPr>
        <p:spPr>
          <a:xfrm>
            <a:off x="7581240" y="3337560"/>
            <a:ext cx="3697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9" name="CustomShape 15"/>
          <p:cNvSpPr/>
          <p:nvPr/>
        </p:nvSpPr>
        <p:spPr>
          <a:xfrm>
            <a:off x="7581240" y="3733200"/>
            <a:ext cx="3697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+ 1 908-450-9862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0" name="CustomShape 16"/>
          <p:cNvSpPr/>
          <p:nvPr/>
        </p:nvSpPr>
        <p:spPr>
          <a:xfrm>
            <a:off x="7581240" y="4128480"/>
            <a:ext cx="3697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SPEC Partner”, 350 Grove Street, Bridgewater, NJ 08807, United States.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1" name="Line 17"/>
          <p:cNvSpPr/>
          <p:nvPr/>
        </p:nvSpPr>
        <p:spPr>
          <a:xfrm>
            <a:off x="7326720" y="3224880"/>
            <a:ext cx="3068280" cy="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194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195" name="Picture 39" descr="Logo&#10;&#10;Description automatically generated"/>
          <p:cNvPicPr/>
          <p:nvPr/>
        </p:nvPicPr>
        <p:blipFill>
          <a:blip r:embed="rId15"/>
          <a:stretch/>
        </p:blipFill>
        <p:spPr>
          <a:xfrm>
            <a:off x="2600280" y="5526000"/>
            <a:ext cx="879120" cy="249120"/>
          </a:xfrm>
          <a:prstGeom prst="rect">
            <a:avLst/>
          </a:prstGeom>
          <a:ln w="0">
            <a:noFill/>
          </a:ln>
        </p:spPr>
      </p:pic>
      <p:pic>
        <p:nvPicPr>
          <p:cNvPr id="196" name="Picture 41" descr="A picture containing text,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3831120" y="5544000"/>
            <a:ext cx="1509120" cy="213120"/>
          </a:xfrm>
          <a:prstGeom prst="rect">
            <a:avLst/>
          </a:prstGeom>
          <a:ln w="0">
            <a:noFill/>
          </a:ln>
        </p:spPr>
      </p:pic>
      <p:pic>
        <p:nvPicPr>
          <p:cNvPr id="197" name="Picture 43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5692320" y="5526000"/>
            <a:ext cx="763560" cy="249120"/>
          </a:xfrm>
          <a:prstGeom prst="rect">
            <a:avLst/>
          </a:prstGeom>
          <a:ln w="0">
            <a:noFill/>
          </a:ln>
        </p:spPr>
      </p:pic>
      <p:pic>
        <p:nvPicPr>
          <p:cNvPr id="198" name="Picture 4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6807960" y="5526000"/>
            <a:ext cx="1280160" cy="249120"/>
          </a:xfrm>
          <a:prstGeom prst="rect">
            <a:avLst/>
          </a:prstGeom>
          <a:ln w="0">
            <a:noFill/>
          </a:ln>
        </p:spPr>
      </p:pic>
      <p:pic>
        <p:nvPicPr>
          <p:cNvPr id="199" name="Picture 47" descr="A picture containing text, transport, clipart, wheel&#10;&#10;Description automatically generated"/>
          <p:cNvPicPr/>
          <p:nvPr/>
        </p:nvPicPr>
        <p:blipFill>
          <a:blip r:embed="rId19"/>
          <a:stretch/>
        </p:blipFill>
        <p:spPr>
          <a:xfrm>
            <a:off x="8439840" y="5544000"/>
            <a:ext cx="1149120" cy="213120"/>
          </a:xfrm>
          <a:prstGeom prst="rect">
            <a:avLst/>
          </a:prstGeom>
          <a:ln w="0">
            <a:noFill/>
          </a:ln>
        </p:spPr>
      </p:pic>
      <p:pic>
        <p:nvPicPr>
          <p:cNvPr id="200" name="Picture 13" descr="Shape&#10;&#10;Description automatically generated"/>
          <p:cNvPicPr/>
          <p:nvPr/>
        </p:nvPicPr>
        <p:blipFill>
          <a:blip r:embed="rId20"/>
          <a:stretch/>
        </p:blipFill>
        <p:spPr>
          <a:xfrm>
            <a:off x="11627280" y="642924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201" name="Picture 29" descr="A picture containing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11257560" y="642924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31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9777600" y="642924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35" descr="A picture containing text, clipart&#10;&#10;Description automatically generated"/>
          <p:cNvPicPr/>
          <p:nvPr/>
        </p:nvPicPr>
        <p:blipFill>
          <a:blip r:embed="rId23"/>
          <a:stretch/>
        </p:blipFill>
        <p:spPr>
          <a:xfrm>
            <a:off x="10147320" y="642924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204" name="Picture 37" descr="A picture containing clipart&#10;&#10;Description automatically generated"/>
          <p:cNvPicPr/>
          <p:nvPr/>
        </p:nvPicPr>
        <p:blipFill>
          <a:blip r:embed="rId24"/>
          <a:stretch/>
        </p:blipFill>
        <p:spPr>
          <a:xfrm>
            <a:off x="10517400" y="6429240"/>
            <a:ext cx="225720" cy="225720"/>
          </a:xfrm>
          <a:prstGeom prst="rect">
            <a:avLst/>
          </a:prstGeom>
          <a:ln w="0">
            <a:noFill/>
          </a:ln>
        </p:spPr>
      </p:pic>
      <p:pic>
        <p:nvPicPr>
          <p:cNvPr id="205" name="Picture 40" descr="A picture containing text, clipart&#10;&#10;Description automatically generated"/>
          <p:cNvPicPr/>
          <p:nvPr/>
        </p:nvPicPr>
        <p:blipFill>
          <a:blip r:embed="rId25"/>
          <a:stretch/>
        </p:blipFill>
        <p:spPr>
          <a:xfrm>
            <a:off x="6960240" y="5863680"/>
            <a:ext cx="974880" cy="149400"/>
          </a:xfrm>
          <a:prstGeom prst="rect">
            <a:avLst/>
          </a:prstGeom>
          <a:ln w="0">
            <a:noFill/>
          </a:ln>
        </p:spPr>
      </p:pic>
      <p:pic>
        <p:nvPicPr>
          <p:cNvPr id="206" name="Picture 44" descr="A picture containing text, clipart&#10;&#10;Description automatically generated"/>
          <p:cNvPicPr/>
          <p:nvPr/>
        </p:nvPicPr>
        <p:blipFill>
          <a:blip r:embed="rId26"/>
          <a:stretch/>
        </p:blipFill>
        <p:spPr>
          <a:xfrm>
            <a:off x="8526960" y="5851440"/>
            <a:ext cx="974880" cy="149400"/>
          </a:xfrm>
          <a:prstGeom prst="rect">
            <a:avLst/>
          </a:prstGeom>
          <a:ln w="0">
            <a:noFill/>
          </a:ln>
        </p:spPr>
      </p:pic>
      <p:pic>
        <p:nvPicPr>
          <p:cNvPr id="207" name="Picture 46" descr="A picture containing text, clipart&#10;&#10;Description automatically generated"/>
          <p:cNvPicPr/>
          <p:nvPr/>
        </p:nvPicPr>
        <p:blipFill>
          <a:blip r:embed="rId27"/>
          <a:stretch/>
        </p:blipFill>
        <p:spPr>
          <a:xfrm>
            <a:off x="5586480" y="5851440"/>
            <a:ext cx="974880" cy="149400"/>
          </a:xfrm>
          <a:prstGeom prst="rect">
            <a:avLst/>
          </a:prstGeom>
          <a:ln w="0">
            <a:noFill/>
          </a:ln>
        </p:spPr>
      </p:pic>
      <p:pic>
        <p:nvPicPr>
          <p:cNvPr id="208" name="Picture 49" descr="A picture containing text, clipart&#10;&#10;Description automatically generated"/>
          <p:cNvPicPr/>
          <p:nvPr/>
        </p:nvPicPr>
        <p:blipFill>
          <a:blip r:embed="rId28"/>
          <a:stretch/>
        </p:blipFill>
        <p:spPr>
          <a:xfrm>
            <a:off x="4098240" y="5863680"/>
            <a:ext cx="974880" cy="149400"/>
          </a:xfrm>
          <a:prstGeom prst="rect">
            <a:avLst/>
          </a:prstGeom>
          <a:ln w="0">
            <a:noFill/>
          </a:ln>
        </p:spPr>
      </p:pic>
      <p:pic>
        <p:nvPicPr>
          <p:cNvPr id="209" name="Picture 50" descr="A picture containing text, clipart&#10;&#10;Description automatically generated"/>
          <p:cNvPicPr/>
          <p:nvPr/>
        </p:nvPicPr>
        <p:blipFill>
          <a:blip r:embed="rId29"/>
          <a:stretch/>
        </p:blipFill>
        <p:spPr>
          <a:xfrm>
            <a:off x="2580480" y="5858280"/>
            <a:ext cx="974880" cy="149400"/>
          </a:xfrm>
          <a:prstGeom prst="rect">
            <a:avLst/>
          </a:prstGeom>
          <a:ln w="0">
            <a:noFill/>
          </a:ln>
        </p:spPr>
      </p:pic>
      <p:pic>
        <p:nvPicPr>
          <p:cNvPr id="210" name="Picture 52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10887480" y="6428520"/>
            <a:ext cx="225720" cy="225720"/>
          </a:xfrm>
          <a:prstGeom prst="rect">
            <a:avLst/>
          </a:prstGeom>
          <a:ln w="0">
            <a:noFill/>
          </a:ln>
        </p:spPr>
      </p:pic>
      <p:sp>
        <p:nvSpPr>
          <p:cNvPr id="211" name="Line 18"/>
          <p:cNvSpPr/>
          <p:nvPr/>
        </p:nvSpPr>
        <p:spPr>
          <a:xfrm>
            <a:off x="2580120" y="2716200"/>
            <a:ext cx="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5639</TotalTime>
  <Application>LibreOffice/7.0.0.3$Windows_X86_64 LibreOffice_project/8061b3e9204bef6b321a21033174034a5e2ea88e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2023-01-02T08:33:04Z</dcterms:created>
  <dc:creator>Amar Chuhan</dc:creator>
  <dc:description/>
  <dc:language>en-IN</dc:language>
  <cp:lastModifiedBy/>
  <dcterms:modified xsi:type="dcterms:W3CDTF">2025-06-04T11:35:36Z</dcterms:modified>
  <cp:revision>477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8</vt:i4>
  </property>
</Properties>
</file>