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58" r:id="rId4"/>
    <p:sldMasterId id="2147483660" r:id="rId5"/>
    <p:sldMasterId id="2147483662" r:id="rId6"/>
    <p:sldMasterId id="2147483664" r:id="rId7"/>
    <p:sldMasterId id="2147483666" r:id="rId8"/>
    <p:sldMasterId id="2147483668" r:id="rId9"/>
    <p:sldMasterId id="2147483670" r:id="rId10"/>
    <p:sldMasterId id="2147483672" r:id="rId11"/>
    <p:sldMasterId id="2147483674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5057FD-468A-457E-84F7-450CA7D810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A10483-E692-43E7-8CDB-3A0BE257B6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8E8A06-082D-4B31-97A6-8F031B71A6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C08BF7-8981-455E-8C4E-60A6CDA149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4C8710-7200-4D6A-B8BC-27CB858DCC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A595B9-4B09-423A-8DEC-466BC49238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3C2CE4-D962-4126-9CA0-59FE1A5BBC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32FCE-5526-4E85-8E93-83DB8FB330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4777B06-AAFD-488A-B9D9-2CB549951EE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211DD30-8464-4583-9661-B70F6F92FE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137E994-225A-4CA1-84CD-D01B6BBFAA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6CB2CFB-90CF-4D58-957C-08519B3CD0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D6A0C19-C277-4A8D-88AC-D54B6AE35E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FA700B1-EB93-4A4B-A155-70340111F2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94D75C0-08AD-4BEA-A2E5-4C568E68F9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0EC68D1-828A-49A5-AABD-1D22BB9BCF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2226528-45A9-47C1-848E-448D424F3E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9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0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1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GB" sz="60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60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44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2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GB" sz="3200" strike="noStrike" u="none">
                <a:solidFill>
                  <a:schemeClr val="dk1"/>
                </a:solidFill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9800" cy="622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1760" cy="1777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91760" cy="482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13920" y="1536480"/>
            <a:ext cx="5223240" cy="120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br>
              <a:rPr sz="3000"/>
            </a:br>
            <a:br>
              <a:rPr sz="3000"/>
            </a:br>
            <a:r>
              <a:rPr b="1" lang="en-US" sz="3000" spc="11" strike="noStrike" u="none">
                <a:solidFill>
                  <a:srgbClr val="5983b0"/>
                </a:solidFill>
                <a:uFillTx/>
                <a:latin typeface="Roboto"/>
                <a:ea typeface="Roboto"/>
              </a:rPr>
              <a:t>Hanwha Vision</a:t>
            </a:r>
            <a:br>
              <a:rPr sz="3000"/>
            </a:br>
            <a:r>
              <a:rPr b="1" lang="en-US" sz="30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16th May’25 – 30th May’25</a:t>
            </a:r>
            <a:endParaRPr b="0" lang="en-US" sz="3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76" name="Straight Connector 6"/>
          <p:cNvCxnSpPr/>
          <p:nvPr/>
        </p:nvCxnSpPr>
        <p:spPr>
          <a:xfrm>
            <a:off x="364320" y="2859480"/>
            <a:ext cx="4953600" cy="360"/>
          </a:xfrm>
          <a:prstGeom prst="straightConnector1">
            <a:avLst/>
          </a:prstGeom>
          <a:ln w="25400">
            <a:solidFill>
              <a:srgbClr val="65bb35"/>
            </a:solidFill>
          </a:ln>
        </p:spPr>
      </p:cxnSp>
      <p:pic>
        <p:nvPicPr>
          <p:cNvPr id="77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71520" cy="101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24880" y="611280"/>
            <a:ext cx="177768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 Box 2"/>
          <p:cNvSpPr/>
          <p:nvPr/>
        </p:nvSpPr>
        <p:spPr>
          <a:xfrm>
            <a:off x="3522960" y="2935440"/>
            <a:ext cx="23130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11" strike="noStrike" u="none">
                <a:solidFill>
                  <a:srgbClr val="7030a0"/>
                </a:solidFill>
                <a:uFillTx/>
                <a:latin typeface="Roboto"/>
                <a:ea typeface="Roboto"/>
              </a:rPr>
              <a:t>Bhavika Rafaliya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8280" cy="33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82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83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8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448920" y="1262880"/>
            <a:ext cx="9157680" cy="29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Bhavika Rafaliya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Jayendra makwana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Hasti Tilva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 Medium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7560" cy="33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Highlights of the work in two weeks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90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91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9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448920" y="807480"/>
            <a:ext cx="11406960" cy="541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Hanwha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Worked on below widgets-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1. Safety Measures (1x1,2x1 option 1,2,3)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2. Vehicle Heatmap Detection(1x1,2x1 option 1)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3. Forklift 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Heatmap(1x1,2x1 option 1)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4. Shopping Cart</a:t>
            </a: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 Heatmap(1x1,2x1 option 1)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Editable title Changes for all widgets done by me.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Changed the Eventlogs API as per new filter like newly added Zones, floors.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Worked on Eventlogs page – Frontend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Woked on Reports menu: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Add new reports &amp; Edit existing report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Display comparison as per selected Sites/Zones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lvl="1" marL="432000" indent="-216000" defTabSz="9144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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Download Pdf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Passed DeviceIds in API when user clicks on reload in Manage device Screen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Worked on UserPreference form (Save Preference data and display data)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8280" cy="33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Roadblocks / issues if any 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98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99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0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440640" y="1352520"/>
            <a:ext cx="1140696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NA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7478280" cy="65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Improvement Points Identified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106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107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0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448560" y="1325160"/>
            <a:ext cx="11406960" cy="4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N/A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11347560" cy="65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Any New Problem Statement Seen / Identified * If any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114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115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1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448560" y="1325160"/>
            <a:ext cx="11406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N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/A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4"/>
          <p:cNvSpPr/>
          <p:nvPr/>
        </p:nvSpPr>
        <p:spPr>
          <a:xfrm>
            <a:off x="335880" y="380880"/>
            <a:ext cx="11519640" cy="6346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uFillTx/>
              <a:latin typeface="Calibri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294280" cy="33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trike="noStrike" u="none">
                <a:solidFill>
                  <a:schemeClr val="lt1"/>
                </a:solidFill>
                <a:uFillTx/>
                <a:latin typeface="Calibri"/>
                <a:ea typeface="Roboto"/>
              </a:rPr>
              <a:t>Bhavika Rafaliya - </a:t>
            </a:r>
            <a:r>
              <a:rPr b="1" lang="en-US" sz="2400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Achievements/Extra mile of the week * if any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cxnSp>
        <p:nvCxnSpPr>
          <p:cNvPr id="122" name="Straight Connector 8"/>
          <p:cNvCxnSpPr/>
          <p:nvPr/>
        </p:nvCxnSpPr>
        <p:spPr>
          <a:xfrm>
            <a:off x="335880" y="622296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</a:ln>
        </p:spPr>
      </p:cxnSp>
      <p:sp>
        <p:nvSpPr>
          <p:cNvPr id="123" name="TextBox 12"/>
          <p:cNvSpPr/>
          <p:nvPr/>
        </p:nvSpPr>
        <p:spPr>
          <a:xfrm>
            <a:off x="326520" y="6380280"/>
            <a:ext cx="407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65000"/>
                  </a:schemeClr>
                </a:solidFill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Rectangle 7"/>
          <p:cNvSpPr/>
          <p:nvPr/>
        </p:nvSpPr>
        <p:spPr>
          <a:xfrm>
            <a:off x="335880" y="380880"/>
            <a:ext cx="112320" cy="6346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6200" cy="30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Subtitle 2"/>
          <p:cNvSpPr/>
          <p:nvPr/>
        </p:nvSpPr>
        <p:spPr>
          <a:xfrm>
            <a:off x="4835880" y="6443640"/>
            <a:ext cx="251964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>
                    <a:lumMod val="75000"/>
                  </a:schemeClr>
                </a:solidFill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448560" y="1225800"/>
            <a:ext cx="114069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chemeClr val="dk1"/>
                </a:solidFill>
                <a:uFillTx/>
                <a:latin typeface="Roboto"/>
                <a:ea typeface="Roboto"/>
              </a:rPr>
              <a:t>N/A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9800" cy="622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91760" cy="177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3240" cy="103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</a:pPr>
            <a:r>
              <a:rPr b="1" lang="en-US" sz="3000" spc="11" strike="noStrike" u="none">
                <a:solidFill>
                  <a:srgbClr val="65bb35"/>
                </a:solidFill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11" strike="noStrike" u="none">
                <a:solidFill>
                  <a:srgbClr val="65bb35"/>
                </a:solidFill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3240" cy="69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11" strike="noStrike" u="none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32" name="Straight Connector 6"/>
          <p:cNvCxnSpPr/>
          <p:nvPr/>
        </p:nvCxnSpPr>
        <p:spPr>
          <a:xfrm>
            <a:off x="524880" y="1622160"/>
            <a:ext cx="4320720" cy="360"/>
          </a:xfrm>
          <a:prstGeom prst="straightConnector1">
            <a:avLst/>
          </a:prstGeom>
          <a:ln w="25400">
            <a:solidFill>
              <a:srgbClr val="65bb35"/>
            </a:solidFill>
          </a:ln>
        </p:spPr>
      </p:cxnSp>
      <p:cxnSp>
        <p:nvCxnSpPr>
          <p:cNvPr id="133" name="Straight Connector 5"/>
          <p:cNvCxnSpPr/>
          <p:nvPr/>
        </p:nvCxnSpPr>
        <p:spPr>
          <a:xfrm>
            <a:off x="335880" y="6301080"/>
            <a:ext cx="11520360" cy="360"/>
          </a:xfrm>
          <a:prstGeom prst="straightConnector1">
            <a:avLst/>
          </a:prstGeom>
          <a:ln w="12700">
            <a:solidFill>
              <a:srgbClr val="ffffff">
                <a:lumMod val="85000"/>
                <a:alpha val="70000"/>
              </a:srgbClr>
            </a:solidFill>
          </a:ln>
        </p:spPr>
      </p:cxnSp>
      <p:sp>
        <p:nvSpPr>
          <p:cNvPr id="134" name="TextBox 9"/>
          <p:cNvSpPr/>
          <p:nvPr/>
        </p:nvSpPr>
        <p:spPr>
          <a:xfrm>
            <a:off x="135720" y="6384600"/>
            <a:ext cx="3885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11" strike="noStrike" u="none">
                <a:solidFill>
                  <a:schemeClr val="lt1">
                    <a:lumMod val="95000"/>
                  </a:schemeClr>
                </a:solidFill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Subtitle 2"/>
          <p:cNvSpPr/>
          <p:nvPr/>
        </p:nvSpPr>
        <p:spPr>
          <a:xfrm>
            <a:off x="457560" y="2609640"/>
            <a:ext cx="23407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11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6" name="Subtitle 2"/>
          <p:cNvSpPr/>
          <p:nvPr/>
        </p:nvSpPr>
        <p:spPr>
          <a:xfrm>
            <a:off x="2798640" y="2609640"/>
            <a:ext cx="23407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11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Subtitle 2"/>
          <p:cNvSpPr/>
          <p:nvPr/>
        </p:nvSpPr>
        <p:spPr>
          <a:xfrm>
            <a:off x="7244280" y="796680"/>
            <a:ext cx="369972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Subtitle 2"/>
          <p:cNvSpPr/>
          <p:nvPr/>
        </p:nvSpPr>
        <p:spPr>
          <a:xfrm>
            <a:off x="7581240" y="1292040"/>
            <a:ext cx="3699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11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Subtitle 2"/>
          <p:cNvSpPr/>
          <p:nvPr/>
        </p:nvSpPr>
        <p:spPr>
          <a:xfrm>
            <a:off x="7581240" y="1687680"/>
            <a:ext cx="3699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0" name="Subtitle 2"/>
          <p:cNvSpPr/>
          <p:nvPr/>
        </p:nvSpPr>
        <p:spPr>
          <a:xfrm>
            <a:off x="7581240" y="2083320"/>
            <a:ext cx="369972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41" name="Straight Connector 12"/>
          <p:cNvCxnSpPr/>
          <p:nvPr/>
        </p:nvCxnSpPr>
        <p:spPr>
          <a:xfrm>
            <a:off x="7326720" y="1179720"/>
            <a:ext cx="3068640" cy="360"/>
          </a:xfrm>
          <a:prstGeom prst="straightConnector1">
            <a:avLst/>
          </a:prstGeom>
          <a:ln w="12700">
            <a:solidFill>
              <a:srgbClr val="0b334c"/>
            </a:solidFill>
          </a:ln>
        </p:spPr>
      </p:cxnSp>
      <p:pic>
        <p:nvPicPr>
          <p:cNvPr id="142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Subtitle 2"/>
          <p:cNvSpPr/>
          <p:nvPr/>
        </p:nvSpPr>
        <p:spPr>
          <a:xfrm>
            <a:off x="7244280" y="2842200"/>
            <a:ext cx="369972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11" strike="noStrike" u="none">
                <a:solidFill>
                  <a:srgbClr val="0b334c"/>
                </a:solidFill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6" name="Subtitle 2"/>
          <p:cNvSpPr/>
          <p:nvPr/>
        </p:nvSpPr>
        <p:spPr>
          <a:xfrm>
            <a:off x="7581240" y="3337560"/>
            <a:ext cx="3699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sng">
                <a:solidFill>
                  <a:schemeClr val="lt1"/>
                </a:solidFill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7" name="Subtitle 2"/>
          <p:cNvSpPr/>
          <p:nvPr/>
        </p:nvSpPr>
        <p:spPr>
          <a:xfrm>
            <a:off x="7581240" y="3733200"/>
            <a:ext cx="36997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8" name="Subtitle 2"/>
          <p:cNvSpPr/>
          <p:nvPr/>
        </p:nvSpPr>
        <p:spPr>
          <a:xfrm>
            <a:off x="7581240" y="4128480"/>
            <a:ext cx="36997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11" strike="noStrike" u="none">
                <a:solidFill>
                  <a:schemeClr val="lt1"/>
                </a:solidFill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149" name="Straight Connector 24"/>
          <p:cNvCxnSpPr/>
          <p:nvPr/>
        </p:nvCxnSpPr>
        <p:spPr>
          <a:xfrm>
            <a:off x="7326720" y="3224880"/>
            <a:ext cx="3068640" cy="360"/>
          </a:xfrm>
          <a:prstGeom prst="straightConnector1">
            <a:avLst/>
          </a:prstGeom>
          <a:ln w="12700">
            <a:solidFill>
              <a:srgbClr val="0b334c"/>
            </a:solidFill>
          </a:ln>
        </p:spPr>
      </p:cxnSp>
      <p:pic>
        <p:nvPicPr>
          <p:cNvPr id="150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81640" cy="25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11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6080" cy="25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2680" cy="25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51640" cy="21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7400" cy="15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9" name="Straight Connector 58"/>
          <p:cNvCxnSpPr/>
          <p:nvPr/>
        </p:nvCxnSpPr>
        <p:spPr>
          <a:xfrm>
            <a:off x="2580120" y="2716200"/>
            <a:ext cx="360" cy="520200"/>
          </a:xfrm>
          <a:prstGeom prst="straightConnector1">
            <a:avLst/>
          </a:prstGeom>
          <a:ln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LibreOffice/24.8.6.2$Windows_X86_64 LibreOffice_project/6d98ba145e9a8a39fc57bcc76981d1fb1316c60c</Application>
  <AppVersion>15.0000</AppVersion>
  <Words>1563</Words>
  <Paragraphs>103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2025-06-03T11:50:43Z</dcterms:modified>
  <cp:revision>1067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8</vt:i4>
  </property>
</Properties>
</file>