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3"/>
    <p:sldId id="285" r:id="rId4"/>
    <p:sldId id="286" r:id="rId5"/>
    <p:sldId id="293" r:id="rId6"/>
    <p:sldId id="294" r:id="rId7"/>
    <p:sldId id="295" r:id="rId8"/>
    <p:sldId id="289" r:id="rId9"/>
    <p:sldId id="291" r:id="rId10"/>
    <p:sldId id="290" r:id="rId11"/>
    <p:sldId id="292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37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 May’25 – 30th May’25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  <a:endParaRPr lang="en-US" alt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450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Widgets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Map plan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Prepare Reusable component for display google map and use it and solve widget position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Prepare Reusable component to display map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Show people count data in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Implement delete widget functionality. 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ReFactor code of SignalR and check with Vehicle queue analysis and people queue analysis widget.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Check and solve issue in reuseable component for timeInterval with Jayendra bhai.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Change in Reuseable component for timeInterval as per the figma design.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lvl="0"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TimeInterval Component 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queue analysis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(Line, Area)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Slip &amp; fall detection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(Line, Area)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Gender (Multi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in Wrong Direction (Line, Area)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U Turn detection (Line, Area)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Pedestrian Detection (Line - bubble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Turning Movement counts (Multi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Queue events for shopping cart (Area with mirror image, Bubble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Queue events for forklift (Line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Safety Measures Widgets (multi 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By Type (multi 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Average Vehicle Count (multi 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Stopped Vehicle Count By Type Widget (multi line chart)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TimeInterval Component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People Queue Event Widget (Line chart, Area chart, Area with mirron image)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Speed Violation by Vehicle (Line chart, Area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Capacity Utilization for People (Area chart)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Capacity Utilization for vehicle (Line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Zone Wise Capacity Utilization for Vehicle (Multi 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Zone Wise Capacity Utilization for People (Multi 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Average People Counting (multi 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Cumulative People Count (Line , Area)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Stopped Vehicle Count By Type Widget (Multi line chart)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Traffic Jam by Day (Area,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Counting for Forklift (Bubble with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Forklift Speed Detection (Area, Line)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New Vs Total Visitors (Multi line with Area)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9219" y="1085256"/>
            <a:ext cx="11407266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Correct import/export statement for below widgets</a:t>
            </a: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Safety Measures Widgets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Average People Count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People InOut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New Vs Total Visitors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By Type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Average Vehicle Count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Blocked Exit Detection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InOut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Stopped Vehicle Count By Type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People Queue Event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Detect Fork lifts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Vehicle Detection Heat map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Fork lift Heat map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Shopping cart Heat map Widget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3531</Words>
  <Application>WPS Presentation</Application>
  <PresentationFormat>Widescreen</PresentationFormat>
  <Paragraphs>165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Roboto</vt:lpstr>
      <vt:lpstr>Times New Roman</vt:lpstr>
      <vt:lpstr>Roboto Medium</vt:lpstr>
      <vt:lpstr>Wingdings</vt:lpstr>
      <vt:lpstr>Calibri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1st May’25 – 15th May’25</vt:lpstr>
      <vt:lpstr>Meeting Participants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hasti.tilva</cp:lastModifiedBy>
  <cp:revision>528</cp:revision>
  <dcterms:created xsi:type="dcterms:W3CDTF">2023-01-02T08:33:00Z</dcterms:created>
  <dcterms:modified xsi:type="dcterms:W3CDTF">2025-06-03T06:17:39Z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1033-12.2.0.21179</vt:lpwstr>
  </property>
</Properties>
</file>