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May’25 – 31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May’25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11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Reviewed all widget Figma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designs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and added new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feedback.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Reviewed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dark theme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updates made by Sandip Sadhu and prepared a list of required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Started implementing a common logic for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data filtering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to display data in 15-minute, 30-minute, daily, weekly, and monthly views using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D3 line charts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Prepared the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data dictionary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file for the Customer Web App.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Started R&amp;D on storing event videos on an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FTP server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Atlas MongoDB was not accessible due to a memory issue — Took a backup and restored it on the local machine.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Worked on the logic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for carry-forward 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counting from 12 noon to operational end time and explained it to Hiten.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Started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chart data against actual data in the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database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Updated the chart data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calculation logic to shift initial data points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 to the left side.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Tasks and doubts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Conduct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code reviews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testing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before marking any task as complete.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/>
              </a:rPr>
              <a:t>Increase </a:t>
            </a:r>
            <a:r>
              <a:rPr lang="en-US" sz="1400" b="1" spc="-1" dirty="0">
                <a:solidFill>
                  <a:srgbClr val="000000"/>
                </a:solidFill>
                <a:latin typeface="Calibri"/>
              </a:rPr>
              <a:t>speed</a:t>
            </a:r>
            <a:r>
              <a:rPr lang="en-US" sz="1400" spc="-1" dirty="0">
                <a:solidFill>
                  <a:srgbClr val="000000"/>
                </a:solidFill>
                <a:latin typeface="Calibri"/>
              </a:rPr>
              <a:t> in repeated tasks.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06901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Many times, we cannot connect to the cameras due to client-side firewall restrictions.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Additionally, the camera with safety measure features has not been provided yet.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5988</TotalTime>
  <Words>425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May’25 – 31st May’25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508</cp:revision>
  <dcterms:created xsi:type="dcterms:W3CDTF">2023-01-02T08:33:04Z</dcterms:created>
  <dcterms:modified xsi:type="dcterms:W3CDTF">2025-06-03T06:37:44Z</dcterms:modified>
</cp:coreProperties>
</file>